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1" r:id="rId6"/>
    <p:sldId id="260" r:id="rId7"/>
  </p:sldIdLst>
  <p:sldSz cx="12192000" cy="6858000"/>
  <p:notesSz cx="6858000" cy="9144000"/>
  <p:defaultTextStyle>
    <a:defPPr>
      <a:defRPr lang="vi-V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FC2C35E5-85C7-4ED0-82DC-F0D12BC4F699}" v="27" dt="2026-08-19T08:14:14.186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>
        <p:scale>
          <a:sx n="75" d="100"/>
          <a:sy n="75" d="100"/>
        </p:scale>
        <p:origin x="665" y="-17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13" Type="http://schemas.microsoft.com/office/2015/10/relationships/revisionInfo" Target="revisionInfo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microsoft.com/office/2016/11/relationships/changesInfo" Target="changesInfos/changesInfo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Minh Thuong Phan" userId="3bc5099f51bb3828" providerId="LiveId" clId="{84D22F07-7720-4130-9AC9-FADDB0D37658}"/>
    <pc:docChg chg="undo custSel addSld modSld sldOrd">
      <pc:chgData name="Minh Thuong Phan" userId="3bc5099f51bb3828" providerId="LiveId" clId="{84D22F07-7720-4130-9AC9-FADDB0D37658}" dt="2026-08-19T08:19:38.154" v="3361" actId="1076"/>
      <pc:docMkLst>
        <pc:docMk/>
      </pc:docMkLst>
      <pc:sldChg chg="modSp mod">
        <pc:chgData name="Minh Thuong Phan" userId="3bc5099f51bb3828" providerId="LiveId" clId="{84D22F07-7720-4130-9AC9-FADDB0D37658}" dt="2026-08-19T07:08:02.518" v="1677" actId="20577"/>
        <pc:sldMkLst>
          <pc:docMk/>
          <pc:sldMk cId="3291748102" sldId="256"/>
        </pc:sldMkLst>
        <pc:spChg chg="mod">
          <ac:chgData name="Minh Thuong Phan" userId="3bc5099f51bb3828" providerId="LiveId" clId="{84D22F07-7720-4130-9AC9-FADDB0D37658}" dt="2026-08-19T06:37:54.099" v="951" actId="1076"/>
          <ac:spMkLst>
            <pc:docMk/>
            <pc:sldMk cId="3291748102" sldId="256"/>
            <ac:spMk id="4" creationId="{BA7D5C14-BAF4-49CB-1DD7-9F0384A92628}"/>
          </ac:spMkLst>
        </pc:spChg>
        <pc:spChg chg="mod">
          <ac:chgData name="Minh Thuong Phan" userId="3bc5099f51bb3828" providerId="LiveId" clId="{84D22F07-7720-4130-9AC9-FADDB0D37658}" dt="2026-08-19T07:08:02.518" v="1677" actId="20577"/>
          <ac:spMkLst>
            <pc:docMk/>
            <pc:sldMk cId="3291748102" sldId="256"/>
            <ac:spMk id="12" creationId="{01052D6C-8FD3-1311-A7B5-C7FAAD7810E2}"/>
          </ac:spMkLst>
        </pc:spChg>
      </pc:sldChg>
      <pc:sldChg chg="addSp delSp modSp mod">
        <pc:chgData name="Minh Thuong Phan" userId="3bc5099f51bb3828" providerId="LiveId" clId="{84D22F07-7720-4130-9AC9-FADDB0D37658}" dt="2026-08-19T06:44:17.199" v="1155" actId="207"/>
        <pc:sldMkLst>
          <pc:docMk/>
          <pc:sldMk cId="3280760452" sldId="257"/>
        </pc:sldMkLst>
        <pc:spChg chg="add mod">
          <ac:chgData name="Minh Thuong Phan" userId="3bc5099f51bb3828" providerId="LiveId" clId="{84D22F07-7720-4130-9AC9-FADDB0D37658}" dt="2026-08-19T04:36:49.378" v="259" actId="122"/>
          <ac:spMkLst>
            <pc:docMk/>
            <pc:sldMk cId="3280760452" sldId="257"/>
            <ac:spMk id="2" creationId="{D4A8657A-7ED5-C309-6013-BA1C48DDA230}"/>
          </ac:spMkLst>
        </pc:spChg>
        <pc:spChg chg="add del mod">
          <ac:chgData name="Minh Thuong Phan" userId="3bc5099f51bb3828" providerId="LiveId" clId="{84D22F07-7720-4130-9AC9-FADDB0D37658}" dt="2026-08-19T06:30:30.254" v="631" actId="478"/>
          <ac:spMkLst>
            <pc:docMk/>
            <pc:sldMk cId="3280760452" sldId="257"/>
            <ac:spMk id="4" creationId="{D40A7FEC-4876-59C2-6396-E5833245E70B}"/>
          </ac:spMkLst>
        </pc:spChg>
        <pc:spChg chg="add mod">
          <ac:chgData name="Minh Thuong Phan" userId="3bc5099f51bb3828" providerId="LiveId" clId="{84D22F07-7720-4130-9AC9-FADDB0D37658}" dt="2026-08-19T06:39:53.735" v="977" actId="1038"/>
          <ac:spMkLst>
            <pc:docMk/>
            <pc:sldMk cId="3280760452" sldId="257"/>
            <ac:spMk id="7" creationId="{8E9668E7-CD3E-3399-A727-3C59BAD9D702}"/>
          </ac:spMkLst>
        </pc:spChg>
        <pc:spChg chg="add mod">
          <ac:chgData name="Minh Thuong Phan" userId="3bc5099f51bb3828" providerId="LiveId" clId="{84D22F07-7720-4130-9AC9-FADDB0D37658}" dt="2026-08-19T06:39:53.735" v="977" actId="1038"/>
          <ac:spMkLst>
            <pc:docMk/>
            <pc:sldMk cId="3280760452" sldId="257"/>
            <ac:spMk id="12" creationId="{B4B1F94C-263B-86C6-959C-EC698329561E}"/>
          </ac:spMkLst>
        </pc:spChg>
        <pc:spChg chg="add mod">
          <ac:chgData name="Minh Thuong Phan" userId="3bc5099f51bb3828" providerId="LiveId" clId="{84D22F07-7720-4130-9AC9-FADDB0D37658}" dt="2026-08-19T06:44:17.199" v="1155" actId="207"/>
          <ac:spMkLst>
            <pc:docMk/>
            <pc:sldMk cId="3280760452" sldId="257"/>
            <ac:spMk id="14" creationId="{0FB37165-D9DE-FA9E-CF9D-05CD725FC034}"/>
          </ac:spMkLst>
        </pc:spChg>
        <pc:spChg chg="add mod">
          <ac:chgData name="Minh Thuong Phan" userId="3bc5099f51bb3828" providerId="LiveId" clId="{84D22F07-7720-4130-9AC9-FADDB0D37658}" dt="2026-08-19T06:39:53.735" v="977" actId="1038"/>
          <ac:spMkLst>
            <pc:docMk/>
            <pc:sldMk cId="3280760452" sldId="257"/>
            <ac:spMk id="15" creationId="{0AB89A51-CB5A-ACE8-0B18-7113E0E484FA}"/>
          </ac:spMkLst>
        </pc:spChg>
        <pc:spChg chg="add mod">
          <ac:chgData name="Minh Thuong Phan" userId="3bc5099f51bb3828" providerId="LiveId" clId="{84D22F07-7720-4130-9AC9-FADDB0D37658}" dt="2026-08-19T06:44:10.820" v="1153" actId="207"/>
          <ac:spMkLst>
            <pc:docMk/>
            <pc:sldMk cId="3280760452" sldId="257"/>
            <ac:spMk id="19" creationId="{BC1D64D1-956C-1684-7059-E3A2A83F5056}"/>
          </ac:spMkLst>
        </pc:spChg>
        <pc:spChg chg="add mod">
          <ac:chgData name="Minh Thuong Phan" userId="3bc5099f51bb3828" providerId="LiveId" clId="{84D22F07-7720-4130-9AC9-FADDB0D37658}" dt="2026-08-19T06:39:53.735" v="977" actId="1038"/>
          <ac:spMkLst>
            <pc:docMk/>
            <pc:sldMk cId="3280760452" sldId="257"/>
            <ac:spMk id="22" creationId="{F3184819-A128-140F-3E38-C0E246547FB6}"/>
          </ac:spMkLst>
        </pc:spChg>
        <pc:spChg chg="add mod">
          <ac:chgData name="Minh Thuong Phan" userId="3bc5099f51bb3828" providerId="LiveId" clId="{84D22F07-7720-4130-9AC9-FADDB0D37658}" dt="2026-08-19T06:39:53.735" v="977" actId="1038"/>
          <ac:spMkLst>
            <pc:docMk/>
            <pc:sldMk cId="3280760452" sldId="257"/>
            <ac:spMk id="24" creationId="{A48EFFB1-064B-A7C4-0FE9-4EE6128110C4}"/>
          </ac:spMkLst>
        </pc:spChg>
        <pc:picChg chg="add mod">
          <ac:chgData name="Minh Thuong Phan" userId="3bc5099f51bb3828" providerId="LiveId" clId="{84D22F07-7720-4130-9AC9-FADDB0D37658}" dt="2026-08-19T06:39:53.735" v="977" actId="1038"/>
          <ac:picMkLst>
            <pc:docMk/>
            <pc:sldMk cId="3280760452" sldId="257"/>
            <ac:picMk id="5" creationId="{D6F85CF8-C24D-7A56-CEC5-A60CE3D00E48}"/>
          </ac:picMkLst>
        </pc:picChg>
        <pc:picChg chg="add mod">
          <ac:chgData name="Minh Thuong Phan" userId="3bc5099f51bb3828" providerId="LiveId" clId="{84D22F07-7720-4130-9AC9-FADDB0D37658}" dt="2026-08-19T06:39:53.735" v="977" actId="1038"/>
          <ac:picMkLst>
            <pc:docMk/>
            <pc:sldMk cId="3280760452" sldId="257"/>
            <ac:picMk id="11" creationId="{FC3DCCF6-181A-EF16-FB39-9CE7C736ED97}"/>
          </ac:picMkLst>
        </pc:picChg>
        <pc:picChg chg="add mod">
          <ac:chgData name="Minh Thuong Phan" userId="3bc5099f51bb3828" providerId="LiveId" clId="{84D22F07-7720-4130-9AC9-FADDB0D37658}" dt="2026-08-19T06:39:53.735" v="977" actId="1038"/>
          <ac:picMkLst>
            <pc:docMk/>
            <pc:sldMk cId="3280760452" sldId="257"/>
            <ac:picMk id="17" creationId="{B59062A7-0C3A-E09B-D201-946A47EFD71C}"/>
          </ac:picMkLst>
        </pc:picChg>
        <pc:picChg chg="add del mod">
          <ac:chgData name="Minh Thuong Phan" userId="3bc5099f51bb3828" providerId="LiveId" clId="{84D22F07-7720-4130-9AC9-FADDB0D37658}" dt="2026-08-19T04:37:37.421" v="264" actId="478"/>
          <ac:picMkLst>
            <pc:docMk/>
            <pc:sldMk cId="3280760452" sldId="257"/>
            <ac:picMk id="21" creationId="{28E03273-3274-A71F-8361-07B758DA6AB8}"/>
          </ac:picMkLst>
        </pc:picChg>
      </pc:sldChg>
      <pc:sldChg chg="addSp delSp modSp add mod">
        <pc:chgData name="Minh Thuong Phan" userId="3bc5099f51bb3828" providerId="LiveId" clId="{84D22F07-7720-4130-9AC9-FADDB0D37658}" dt="2026-08-19T07:04:36.738" v="1623" actId="115"/>
        <pc:sldMkLst>
          <pc:docMk/>
          <pc:sldMk cId="908002038" sldId="258"/>
        </pc:sldMkLst>
        <pc:spChg chg="mod">
          <ac:chgData name="Minh Thuong Phan" userId="3bc5099f51bb3828" providerId="LiveId" clId="{84D22F07-7720-4130-9AC9-FADDB0D37658}" dt="2026-08-19T06:57:45.534" v="1492" actId="1076"/>
          <ac:spMkLst>
            <pc:docMk/>
            <pc:sldMk cId="908002038" sldId="258"/>
            <ac:spMk id="7" creationId="{F6E995A5-C7B6-5892-F4A8-556DE7DDBE5A}"/>
          </ac:spMkLst>
        </pc:spChg>
        <pc:spChg chg="add mod">
          <ac:chgData name="Minh Thuong Phan" userId="3bc5099f51bb3828" providerId="LiveId" clId="{84D22F07-7720-4130-9AC9-FADDB0D37658}" dt="2026-08-19T06:57:05.688" v="1490" actId="2711"/>
          <ac:spMkLst>
            <pc:docMk/>
            <pc:sldMk cId="908002038" sldId="258"/>
            <ac:spMk id="10" creationId="{EBADA7F4-2C99-264B-78C5-519F0BE406E4}"/>
          </ac:spMkLst>
        </pc:spChg>
        <pc:spChg chg="mod">
          <ac:chgData name="Minh Thuong Phan" userId="3bc5099f51bb3828" providerId="LiveId" clId="{84D22F07-7720-4130-9AC9-FADDB0D37658}" dt="2026-08-19T06:57:05.688" v="1490" actId="2711"/>
          <ac:spMkLst>
            <pc:docMk/>
            <pc:sldMk cId="908002038" sldId="258"/>
            <ac:spMk id="12" creationId="{B8D9813A-213B-3BB3-6A13-8F986019F589}"/>
          </ac:spMkLst>
        </pc:spChg>
        <pc:spChg chg="mod">
          <ac:chgData name="Minh Thuong Phan" userId="3bc5099f51bb3828" providerId="LiveId" clId="{84D22F07-7720-4130-9AC9-FADDB0D37658}" dt="2026-08-19T07:02:33.758" v="1603" actId="20577"/>
          <ac:spMkLst>
            <pc:docMk/>
            <pc:sldMk cId="908002038" sldId="258"/>
            <ac:spMk id="14" creationId="{67F6792F-C87E-09CB-F9C4-FD612C7CEFFC}"/>
          </ac:spMkLst>
        </pc:spChg>
        <pc:spChg chg="mod">
          <ac:chgData name="Minh Thuong Phan" userId="3bc5099f51bb3828" providerId="LiveId" clId="{84D22F07-7720-4130-9AC9-FADDB0D37658}" dt="2026-08-19T06:57:05.688" v="1490" actId="2711"/>
          <ac:spMkLst>
            <pc:docMk/>
            <pc:sldMk cId="908002038" sldId="258"/>
            <ac:spMk id="15" creationId="{96B5EEA7-987A-26F2-407F-B922CE7385C3}"/>
          </ac:spMkLst>
        </pc:spChg>
        <pc:spChg chg="add mod">
          <ac:chgData name="Minh Thuong Phan" userId="3bc5099f51bb3828" providerId="LiveId" clId="{84D22F07-7720-4130-9AC9-FADDB0D37658}" dt="2026-08-19T06:57:05.688" v="1490" actId="2711"/>
          <ac:spMkLst>
            <pc:docMk/>
            <pc:sldMk cId="908002038" sldId="258"/>
            <ac:spMk id="16" creationId="{5343BDE1-5E1A-721D-356E-42ACDA54379A}"/>
          </ac:spMkLst>
        </pc:spChg>
        <pc:spChg chg="mod">
          <ac:chgData name="Minh Thuong Phan" userId="3bc5099f51bb3828" providerId="LiveId" clId="{84D22F07-7720-4130-9AC9-FADDB0D37658}" dt="2026-08-19T06:57:05.688" v="1490" actId="2711"/>
          <ac:spMkLst>
            <pc:docMk/>
            <pc:sldMk cId="908002038" sldId="258"/>
            <ac:spMk id="19" creationId="{C62BF363-E12B-DC08-A880-7643868376AB}"/>
          </ac:spMkLst>
        </pc:spChg>
        <pc:spChg chg="del">
          <ac:chgData name="Minh Thuong Phan" userId="3bc5099f51bb3828" providerId="LiveId" clId="{84D22F07-7720-4130-9AC9-FADDB0D37658}" dt="2026-08-19T06:45:30.749" v="1163" actId="478"/>
          <ac:spMkLst>
            <pc:docMk/>
            <pc:sldMk cId="908002038" sldId="258"/>
            <ac:spMk id="22" creationId="{7B068660-B379-8397-8C20-E79106C4C4A2}"/>
          </ac:spMkLst>
        </pc:spChg>
        <pc:spChg chg="add mod">
          <ac:chgData name="Minh Thuong Phan" userId="3bc5099f51bb3828" providerId="LiveId" clId="{84D22F07-7720-4130-9AC9-FADDB0D37658}" dt="2026-08-19T07:01:08.858" v="1508" actId="1076"/>
          <ac:spMkLst>
            <pc:docMk/>
            <pc:sldMk cId="908002038" sldId="258"/>
            <ac:spMk id="23" creationId="{2E2359F8-3089-9A7E-5881-86CA96EA28BC}"/>
          </ac:spMkLst>
        </pc:spChg>
        <pc:spChg chg="del mod">
          <ac:chgData name="Minh Thuong Phan" userId="3bc5099f51bb3828" providerId="LiveId" clId="{84D22F07-7720-4130-9AC9-FADDB0D37658}" dt="2026-08-19T06:45:32.331" v="1165" actId="478"/>
          <ac:spMkLst>
            <pc:docMk/>
            <pc:sldMk cId="908002038" sldId="258"/>
            <ac:spMk id="24" creationId="{42A6C886-C3FD-8617-35FF-8453C6669E50}"/>
          </ac:spMkLst>
        </pc:spChg>
        <pc:spChg chg="add mod">
          <ac:chgData name="Minh Thuong Phan" userId="3bc5099f51bb3828" providerId="LiveId" clId="{84D22F07-7720-4130-9AC9-FADDB0D37658}" dt="2026-08-19T07:00:44.340" v="1500" actId="1076"/>
          <ac:spMkLst>
            <pc:docMk/>
            <pc:sldMk cId="908002038" sldId="258"/>
            <ac:spMk id="28" creationId="{A19AC338-0FCC-2349-C112-BE3B4D9743F0}"/>
          </ac:spMkLst>
        </pc:spChg>
        <pc:spChg chg="add mod">
          <ac:chgData name="Minh Thuong Phan" userId="3bc5099f51bb3828" providerId="LiveId" clId="{84D22F07-7720-4130-9AC9-FADDB0D37658}" dt="2026-08-19T07:04:36.738" v="1623" actId="115"/>
          <ac:spMkLst>
            <pc:docMk/>
            <pc:sldMk cId="908002038" sldId="258"/>
            <ac:spMk id="34" creationId="{CAAC0ECB-1148-2978-6EC1-8562299DC57D}"/>
          </ac:spMkLst>
        </pc:spChg>
        <pc:picChg chg="add mod">
          <ac:chgData name="Minh Thuong Phan" userId="3bc5099f51bb3828" providerId="LiveId" clId="{84D22F07-7720-4130-9AC9-FADDB0D37658}" dt="2026-08-19T06:57:45.534" v="1492" actId="1076"/>
          <ac:picMkLst>
            <pc:docMk/>
            <pc:sldMk cId="908002038" sldId="258"/>
            <ac:picMk id="4" creationId="{D0C5AC34-5F6B-E1D5-56D2-9F904C00A976}"/>
          </ac:picMkLst>
        </pc:picChg>
        <pc:picChg chg="del">
          <ac:chgData name="Minh Thuong Phan" userId="3bc5099f51bb3828" providerId="LiveId" clId="{84D22F07-7720-4130-9AC9-FADDB0D37658}" dt="2026-08-19T06:34:23.769" v="778" actId="478"/>
          <ac:picMkLst>
            <pc:docMk/>
            <pc:sldMk cId="908002038" sldId="258"/>
            <ac:picMk id="5" creationId="{96DA9E1B-7BA8-4856-DEE3-CE9454B31D1A}"/>
          </ac:picMkLst>
        </pc:picChg>
        <pc:picChg chg="add mod">
          <ac:chgData name="Minh Thuong Phan" userId="3bc5099f51bb3828" providerId="LiveId" clId="{84D22F07-7720-4130-9AC9-FADDB0D37658}" dt="2026-08-19T06:55:21.319" v="1472" actId="1076"/>
          <ac:picMkLst>
            <pc:docMk/>
            <pc:sldMk cId="908002038" sldId="258"/>
            <ac:picMk id="8" creationId="{52643A8B-92C0-1C63-E167-49046BCAC6DA}"/>
          </ac:picMkLst>
        </pc:picChg>
        <pc:picChg chg="del">
          <ac:chgData name="Minh Thuong Phan" userId="3bc5099f51bb3828" providerId="LiveId" clId="{84D22F07-7720-4130-9AC9-FADDB0D37658}" dt="2026-08-19T06:34:14.866" v="773" actId="478"/>
          <ac:picMkLst>
            <pc:docMk/>
            <pc:sldMk cId="908002038" sldId="258"/>
            <ac:picMk id="11" creationId="{2E0C1571-2193-E546-2BE7-9063FF4CC580}"/>
          </ac:picMkLst>
        </pc:picChg>
        <pc:picChg chg="del mod">
          <ac:chgData name="Minh Thuong Phan" userId="3bc5099f51bb3828" providerId="LiveId" clId="{84D22F07-7720-4130-9AC9-FADDB0D37658}" dt="2026-08-19T06:45:38.860" v="1167" actId="478"/>
          <ac:picMkLst>
            <pc:docMk/>
            <pc:sldMk cId="908002038" sldId="258"/>
            <ac:picMk id="17" creationId="{D5F03BEA-E75B-02A7-F8AC-B855679CBEC6}"/>
          </ac:picMkLst>
        </pc:picChg>
        <pc:picChg chg="add mod">
          <ac:chgData name="Minh Thuong Phan" userId="3bc5099f51bb3828" providerId="LiveId" clId="{84D22F07-7720-4130-9AC9-FADDB0D37658}" dt="2026-08-19T07:00:57.448" v="1504" actId="1076"/>
          <ac:picMkLst>
            <pc:docMk/>
            <pc:sldMk cId="908002038" sldId="258"/>
            <ac:picMk id="20" creationId="{26757109-38FF-4F86-E243-04062EA6A319}"/>
          </ac:picMkLst>
        </pc:picChg>
        <pc:picChg chg="add mod">
          <ac:chgData name="Minh Thuong Phan" userId="3bc5099f51bb3828" providerId="LiveId" clId="{84D22F07-7720-4130-9AC9-FADDB0D37658}" dt="2026-08-19T07:00:42.100" v="1499" actId="1076"/>
          <ac:picMkLst>
            <pc:docMk/>
            <pc:sldMk cId="908002038" sldId="258"/>
            <ac:picMk id="26" creationId="{996E12C9-0C56-FAA2-260C-42086D56644B}"/>
          </ac:picMkLst>
        </pc:picChg>
        <pc:picChg chg="add mod">
          <ac:chgData name="Minh Thuong Phan" userId="3bc5099f51bb3828" providerId="LiveId" clId="{84D22F07-7720-4130-9AC9-FADDB0D37658}" dt="2026-08-19T07:00:48.382" v="1501" actId="1076"/>
          <ac:picMkLst>
            <pc:docMk/>
            <pc:sldMk cId="908002038" sldId="258"/>
            <ac:picMk id="30" creationId="{DC5547CB-0BF9-A33D-1DB3-729D9BDFA407}"/>
          </ac:picMkLst>
        </pc:picChg>
        <pc:picChg chg="add del">
          <ac:chgData name="Minh Thuong Phan" userId="3bc5099f51bb3828" providerId="LiveId" clId="{84D22F07-7720-4130-9AC9-FADDB0D37658}" dt="2026-08-19T07:00:52.894" v="1503" actId="22"/>
          <ac:picMkLst>
            <pc:docMk/>
            <pc:sldMk cId="908002038" sldId="258"/>
            <ac:picMk id="32" creationId="{42E7861F-61F8-A161-5B68-5823B7E61A93}"/>
          </ac:picMkLst>
        </pc:picChg>
      </pc:sldChg>
      <pc:sldChg chg="addSp delSp modSp add mod">
        <pc:chgData name="Minh Thuong Phan" userId="3bc5099f51bb3828" providerId="LiveId" clId="{84D22F07-7720-4130-9AC9-FADDB0D37658}" dt="2026-08-19T08:07:21.975" v="3132" actId="1076"/>
        <pc:sldMkLst>
          <pc:docMk/>
          <pc:sldMk cId="1611053664" sldId="259"/>
        </pc:sldMkLst>
        <pc:spChg chg="mod">
          <ac:chgData name="Minh Thuong Phan" userId="3bc5099f51bb3828" providerId="LiveId" clId="{84D22F07-7720-4130-9AC9-FADDB0D37658}" dt="2026-08-19T07:17:59.479" v="2039" actId="14100"/>
          <ac:spMkLst>
            <pc:docMk/>
            <pc:sldMk cId="1611053664" sldId="259"/>
            <ac:spMk id="2" creationId="{F5D7345A-5A17-CE47-FEF9-751258893B81}"/>
          </ac:spMkLst>
        </pc:spChg>
        <pc:spChg chg="mod">
          <ac:chgData name="Minh Thuong Phan" userId="3bc5099f51bb3828" providerId="LiveId" clId="{84D22F07-7720-4130-9AC9-FADDB0D37658}" dt="2026-08-19T07:20:48.131" v="2113" actId="1076"/>
          <ac:spMkLst>
            <pc:docMk/>
            <pc:sldMk cId="1611053664" sldId="259"/>
            <ac:spMk id="7" creationId="{5E053CE2-7D26-6393-5CE9-B4D024C162E9}"/>
          </ac:spMkLst>
        </pc:spChg>
        <pc:spChg chg="add del mod">
          <ac:chgData name="Minh Thuong Phan" userId="3bc5099f51bb3828" providerId="LiveId" clId="{84D22F07-7720-4130-9AC9-FADDB0D37658}" dt="2026-08-19T08:06:52.365" v="3126" actId="115"/>
          <ac:spMkLst>
            <pc:docMk/>
            <pc:sldMk cId="1611053664" sldId="259"/>
            <ac:spMk id="10" creationId="{3A86C377-B452-22D7-098F-10D666A7ACCC}"/>
          </ac:spMkLst>
        </pc:spChg>
        <pc:spChg chg="mod">
          <ac:chgData name="Minh Thuong Phan" userId="3bc5099f51bb3828" providerId="LiveId" clId="{84D22F07-7720-4130-9AC9-FADDB0D37658}" dt="2026-08-19T07:21:24.270" v="2141" actId="1037"/>
          <ac:spMkLst>
            <pc:docMk/>
            <pc:sldMk cId="1611053664" sldId="259"/>
            <ac:spMk id="12" creationId="{EED26FB1-3F5D-5388-74B9-B1D11E379EF0}"/>
          </ac:spMkLst>
        </pc:spChg>
        <pc:spChg chg="del mod">
          <ac:chgData name="Minh Thuong Phan" userId="3bc5099f51bb3828" providerId="LiveId" clId="{84D22F07-7720-4130-9AC9-FADDB0D37658}" dt="2026-08-19T07:16:31.581" v="1994" actId="478"/>
          <ac:spMkLst>
            <pc:docMk/>
            <pc:sldMk cId="1611053664" sldId="259"/>
            <ac:spMk id="14" creationId="{216CB61B-2DF0-B84F-984C-A580A016EBFC}"/>
          </ac:spMkLst>
        </pc:spChg>
        <pc:spChg chg="del mod">
          <ac:chgData name="Minh Thuong Phan" userId="3bc5099f51bb3828" providerId="LiveId" clId="{84D22F07-7720-4130-9AC9-FADDB0D37658}" dt="2026-08-19T07:16:25.369" v="1993" actId="478"/>
          <ac:spMkLst>
            <pc:docMk/>
            <pc:sldMk cId="1611053664" sldId="259"/>
            <ac:spMk id="15" creationId="{454BF1A1-5C29-5C69-496E-01E4538A5DFF}"/>
          </ac:spMkLst>
        </pc:spChg>
        <pc:spChg chg="del mod">
          <ac:chgData name="Minh Thuong Phan" userId="3bc5099f51bb3828" providerId="LiveId" clId="{84D22F07-7720-4130-9AC9-FADDB0D37658}" dt="2026-08-19T07:10:08.427" v="1741" actId="478"/>
          <ac:spMkLst>
            <pc:docMk/>
            <pc:sldMk cId="1611053664" sldId="259"/>
            <ac:spMk id="16" creationId="{7C2D42F9-47F5-EB12-124D-67EB4836134B}"/>
          </ac:spMkLst>
        </pc:spChg>
        <pc:spChg chg="add mod">
          <ac:chgData name="Minh Thuong Phan" userId="3bc5099f51bb3828" providerId="LiveId" clId="{84D22F07-7720-4130-9AC9-FADDB0D37658}" dt="2026-08-19T07:35:08.437" v="2561" actId="1076"/>
          <ac:spMkLst>
            <pc:docMk/>
            <pc:sldMk cId="1611053664" sldId="259"/>
            <ac:spMk id="18" creationId="{C48DFCB0-9B07-BE20-337F-4B997FDFF728}"/>
          </ac:spMkLst>
        </pc:spChg>
        <pc:spChg chg="mod">
          <ac:chgData name="Minh Thuong Phan" userId="3bc5099f51bb3828" providerId="LiveId" clId="{84D22F07-7720-4130-9AC9-FADDB0D37658}" dt="2026-08-19T07:34:58.706" v="2558" actId="1076"/>
          <ac:spMkLst>
            <pc:docMk/>
            <pc:sldMk cId="1611053664" sldId="259"/>
            <ac:spMk id="19" creationId="{D9439220-FBFD-C4C0-6663-9EF78637794C}"/>
          </ac:spMkLst>
        </pc:spChg>
        <pc:spChg chg="add mod">
          <ac:chgData name="Minh Thuong Phan" userId="3bc5099f51bb3828" providerId="LiveId" clId="{84D22F07-7720-4130-9AC9-FADDB0D37658}" dt="2026-08-19T07:35:16.938" v="2585" actId="1036"/>
          <ac:spMkLst>
            <pc:docMk/>
            <pc:sldMk cId="1611053664" sldId="259"/>
            <ac:spMk id="22" creationId="{4D3A70C3-3595-0F16-1393-49A3D13AA233}"/>
          </ac:spMkLst>
        </pc:spChg>
        <pc:spChg chg="del mod">
          <ac:chgData name="Minh Thuong Phan" userId="3bc5099f51bb3828" providerId="LiveId" clId="{84D22F07-7720-4130-9AC9-FADDB0D37658}" dt="2026-08-19T07:10:10.107" v="1743" actId="478"/>
          <ac:spMkLst>
            <pc:docMk/>
            <pc:sldMk cId="1611053664" sldId="259"/>
            <ac:spMk id="23" creationId="{5692C740-7A74-E1E4-4352-1D6A145D889A}"/>
          </ac:spMkLst>
        </pc:spChg>
        <pc:spChg chg="add mod">
          <ac:chgData name="Minh Thuong Phan" userId="3bc5099f51bb3828" providerId="LiveId" clId="{84D22F07-7720-4130-9AC9-FADDB0D37658}" dt="2026-08-19T07:36:24.116" v="2623" actId="1038"/>
          <ac:spMkLst>
            <pc:docMk/>
            <pc:sldMk cId="1611053664" sldId="259"/>
            <ac:spMk id="25" creationId="{31EA7609-3FA3-A66F-56DF-B26A82B88952}"/>
          </ac:spMkLst>
        </pc:spChg>
        <pc:spChg chg="del mod">
          <ac:chgData name="Minh Thuong Phan" userId="3bc5099f51bb3828" providerId="LiveId" clId="{84D22F07-7720-4130-9AC9-FADDB0D37658}" dt="2026-08-19T07:16:34.257" v="1996" actId="478"/>
          <ac:spMkLst>
            <pc:docMk/>
            <pc:sldMk cId="1611053664" sldId="259"/>
            <ac:spMk id="28" creationId="{D9F825A0-DDF8-FD7B-E434-A26EAE741E8D}"/>
          </ac:spMkLst>
        </pc:spChg>
        <pc:spChg chg="add mod">
          <ac:chgData name="Minh Thuong Phan" userId="3bc5099f51bb3828" providerId="LiveId" clId="{84D22F07-7720-4130-9AC9-FADDB0D37658}" dt="2026-08-19T08:07:21.975" v="3132" actId="1076"/>
          <ac:spMkLst>
            <pc:docMk/>
            <pc:sldMk cId="1611053664" sldId="259"/>
            <ac:spMk id="29" creationId="{00E0ACFF-C47D-9954-6F12-0AE8562A997F}"/>
          </ac:spMkLst>
        </pc:spChg>
        <pc:spChg chg="add mod">
          <ac:chgData name="Minh Thuong Phan" userId="3bc5099f51bb3828" providerId="LiveId" clId="{84D22F07-7720-4130-9AC9-FADDB0D37658}" dt="2026-08-19T07:40:35.016" v="2918" actId="1076"/>
          <ac:spMkLst>
            <pc:docMk/>
            <pc:sldMk cId="1611053664" sldId="259"/>
            <ac:spMk id="32" creationId="{17189395-B161-7172-E29C-AB0B8FB7CF7C}"/>
          </ac:spMkLst>
        </pc:spChg>
        <pc:spChg chg="del mod">
          <ac:chgData name="Minh Thuong Phan" userId="3bc5099f51bb3828" providerId="LiveId" clId="{84D22F07-7720-4130-9AC9-FADDB0D37658}" dt="2026-08-19T07:16:36.163" v="1999" actId="478"/>
          <ac:spMkLst>
            <pc:docMk/>
            <pc:sldMk cId="1611053664" sldId="259"/>
            <ac:spMk id="34" creationId="{EB3C1875-0EF2-6C13-6858-A64FD9B6C35C}"/>
          </ac:spMkLst>
        </pc:spChg>
        <pc:spChg chg="add del mod">
          <ac:chgData name="Minh Thuong Phan" userId="3bc5099f51bb3828" providerId="LiveId" clId="{84D22F07-7720-4130-9AC9-FADDB0D37658}" dt="2026-08-19T07:27:17.646" v="2381" actId="478"/>
          <ac:spMkLst>
            <pc:docMk/>
            <pc:sldMk cId="1611053664" sldId="259"/>
            <ac:spMk id="35" creationId="{1EC40E19-8EEB-69DF-3E5A-2CBCBD65CA42}"/>
          </ac:spMkLst>
        </pc:spChg>
        <pc:spChg chg="add mod">
          <ac:chgData name="Minh Thuong Phan" userId="3bc5099f51bb3828" providerId="LiveId" clId="{84D22F07-7720-4130-9AC9-FADDB0D37658}" dt="2026-08-19T07:36:32.456" v="2629" actId="1037"/>
          <ac:spMkLst>
            <pc:docMk/>
            <pc:sldMk cId="1611053664" sldId="259"/>
            <ac:spMk id="43" creationId="{2AF4B271-73F1-32F5-A2BB-522412691C51}"/>
          </ac:spMkLst>
        </pc:spChg>
        <pc:spChg chg="add mod">
          <ac:chgData name="Minh Thuong Phan" userId="3bc5099f51bb3828" providerId="LiveId" clId="{84D22F07-7720-4130-9AC9-FADDB0D37658}" dt="2026-08-19T07:40:17.566" v="2915" actId="1076"/>
          <ac:spMkLst>
            <pc:docMk/>
            <pc:sldMk cId="1611053664" sldId="259"/>
            <ac:spMk id="53" creationId="{3AEC823C-60B2-6808-3EC8-BDC6F5B4EA66}"/>
          </ac:spMkLst>
        </pc:spChg>
        <pc:spChg chg="add del">
          <ac:chgData name="Minh Thuong Phan" userId="3bc5099f51bb3828" providerId="LiveId" clId="{84D22F07-7720-4130-9AC9-FADDB0D37658}" dt="2026-08-19T07:36:52.272" v="2653" actId="478"/>
          <ac:spMkLst>
            <pc:docMk/>
            <pc:sldMk cId="1611053664" sldId="259"/>
            <ac:spMk id="55" creationId="{0C9895FD-C74B-7C8F-8D8A-332566773682}"/>
          </ac:spMkLst>
        </pc:spChg>
        <pc:spChg chg="add mod">
          <ac:chgData name="Minh Thuong Phan" userId="3bc5099f51bb3828" providerId="LiveId" clId="{84D22F07-7720-4130-9AC9-FADDB0D37658}" dt="2026-08-19T08:06:46.461" v="3124" actId="115"/>
          <ac:spMkLst>
            <pc:docMk/>
            <pc:sldMk cId="1611053664" sldId="259"/>
            <ac:spMk id="57" creationId="{C0BFD697-C94D-4CA1-CD2A-C7FBB4B21B60}"/>
          </ac:spMkLst>
        </pc:spChg>
        <pc:spChg chg="add mod">
          <ac:chgData name="Minh Thuong Phan" userId="3bc5099f51bb3828" providerId="LiveId" clId="{84D22F07-7720-4130-9AC9-FADDB0D37658}" dt="2026-08-19T07:41:06.612" v="2947" actId="1076"/>
          <ac:spMkLst>
            <pc:docMk/>
            <pc:sldMk cId="1611053664" sldId="259"/>
            <ac:spMk id="59" creationId="{DA76460A-F02D-C122-674E-FBE308AD7F2A}"/>
          </ac:spMkLst>
        </pc:spChg>
        <pc:spChg chg="add mod">
          <ac:chgData name="Minh Thuong Phan" userId="3bc5099f51bb3828" providerId="LiveId" clId="{84D22F07-7720-4130-9AC9-FADDB0D37658}" dt="2026-08-19T08:07:10.637" v="3129" actId="14100"/>
          <ac:spMkLst>
            <pc:docMk/>
            <pc:sldMk cId="1611053664" sldId="259"/>
            <ac:spMk id="63" creationId="{0E520B5C-CDC0-36E9-4566-1A47B9611A55}"/>
          </ac:spMkLst>
        </pc:spChg>
        <pc:spChg chg="add mod">
          <ac:chgData name="Minh Thuong Phan" userId="3bc5099f51bb3828" providerId="LiveId" clId="{84D22F07-7720-4130-9AC9-FADDB0D37658}" dt="2026-08-19T08:06:20.784" v="3116" actId="1076"/>
          <ac:spMkLst>
            <pc:docMk/>
            <pc:sldMk cId="1611053664" sldId="259"/>
            <ac:spMk id="65" creationId="{49FA466A-1C9D-7697-F689-67C4AA3184E5}"/>
          </ac:spMkLst>
        </pc:spChg>
        <pc:picChg chg="del">
          <ac:chgData name="Minh Thuong Phan" userId="3bc5099f51bb3828" providerId="LiveId" clId="{84D22F07-7720-4130-9AC9-FADDB0D37658}" dt="2026-08-19T07:09:34.211" v="1728" actId="478"/>
          <ac:picMkLst>
            <pc:docMk/>
            <pc:sldMk cId="1611053664" sldId="259"/>
            <ac:picMk id="4" creationId="{AB6F8BE8-87EE-F6DB-996C-8101BFDD249E}"/>
          </ac:picMkLst>
        </pc:picChg>
        <pc:picChg chg="add mod">
          <ac:chgData name="Minh Thuong Phan" userId="3bc5099f51bb3828" providerId="LiveId" clId="{84D22F07-7720-4130-9AC9-FADDB0D37658}" dt="2026-08-19T07:17:53.111" v="2038" actId="1035"/>
          <ac:picMkLst>
            <pc:docMk/>
            <pc:sldMk cId="1611053664" sldId="259"/>
            <ac:picMk id="5" creationId="{B138021A-573D-5BF5-5938-A08E19DED764}"/>
          </ac:picMkLst>
        </pc:picChg>
        <pc:picChg chg="del">
          <ac:chgData name="Minh Thuong Phan" userId="3bc5099f51bb3828" providerId="LiveId" clId="{84D22F07-7720-4130-9AC9-FADDB0D37658}" dt="2026-08-19T07:10:06.118" v="1740" actId="478"/>
          <ac:picMkLst>
            <pc:docMk/>
            <pc:sldMk cId="1611053664" sldId="259"/>
            <ac:picMk id="8" creationId="{3DA21318-6FBF-9339-B6BB-BB52A6AA167E}"/>
          </ac:picMkLst>
        </pc:picChg>
        <pc:picChg chg="add mod">
          <ac:chgData name="Minh Thuong Phan" userId="3bc5099f51bb3828" providerId="LiveId" clId="{84D22F07-7720-4130-9AC9-FADDB0D37658}" dt="2026-08-19T07:35:03.376" v="2560" actId="1076"/>
          <ac:picMkLst>
            <pc:docMk/>
            <pc:sldMk cId="1611053664" sldId="259"/>
            <ac:picMk id="9" creationId="{9A9572DF-2B03-7D83-A6F8-221F5092F74A}"/>
          </ac:picMkLst>
        </pc:picChg>
        <pc:picChg chg="add mod">
          <ac:chgData name="Minh Thuong Phan" userId="3bc5099f51bb3828" providerId="LiveId" clId="{84D22F07-7720-4130-9AC9-FADDB0D37658}" dt="2026-08-19T07:21:28.198" v="2147" actId="1037"/>
          <ac:picMkLst>
            <pc:docMk/>
            <pc:sldMk cId="1611053664" sldId="259"/>
            <ac:picMk id="13" creationId="{4256B1A8-2CAF-483C-7456-C48B75363368}"/>
          </ac:picMkLst>
        </pc:picChg>
        <pc:picChg chg="del mod">
          <ac:chgData name="Minh Thuong Phan" userId="3bc5099f51bb3828" providerId="LiveId" clId="{84D22F07-7720-4130-9AC9-FADDB0D37658}" dt="2026-08-19T07:10:08.833" v="1742" actId="478"/>
          <ac:picMkLst>
            <pc:docMk/>
            <pc:sldMk cId="1611053664" sldId="259"/>
            <ac:picMk id="20" creationId="{BC0D3A26-80A3-C2F7-0CCE-C3FF05ED67CD}"/>
          </ac:picMkLst>
        </pc:picChg>
        <pc:picChg chg="del">
          <ac:chgData name="Minh Thuong Phan" userId="3bc5099f51bb3828" providerId="LiveId" clId="{84D22F07-7720-4130-9AC9-FADDB0D37658}" dt="2026-08-19T07:16:33.563" v="1995" actId="478"/>
          <ac:picMkLst>
            <pc:docMk/>
            <pc:sldMk cId="1611053664" sldId="259"/>
            <ac:picMk id="26" creationId="{39A38698-2725-DD2B-87B7-6E58C5E9B471}"/>
          </ac:picMkLst>
        </pc:picChg>
        <pc:picChg chg="del mod">
          <ac:chgData name="Minh Thuong Phan" userId="3bc5099f51bb3828" providerId="LiveId" clId="{84D22F07-7720-4130-9AC9-FADDB0D37658}" dt="2026-08-19T07:16:34.729" v="1997" actId="478"/>
          <ac:picMkLst>
            <pc:docMk/>
            <pc:sldMk cId="1611053664" sldId="259"/>
            <ac:picMk id="30" creationId="{7464435F-FD9B-A611-04CF-DCD55E382EDD}"/>
          </ac:picMkLst>
        </pc:picChg>
        <pc:picChg chg="add del mod">
          <ac:chgData name="Minh Thuong Phan" userId="3bc5099f51bb3828" providerId="LiveId" clId="{84D22F07-7720-4130-9AC9-FADDB0D37658}" dt="2026-08-19T07:20:06.682" v="2076" actId="478"/>
          <ac:picMkLst>
            <pc:docMk/>
            <pc:sldMk cId="1611053664" sldId="259"/>
            <ac:picMk id="37" creationId="{06CB59B6-E122-EACC-A594-C2A40749AF15}"/>
          </ac:picMkLst>
        </pc:picChg>
        <pc:picChg chg="add del mod">
          <ac:chgData name="Minh Thuong Phan" userId="3bc5099f51bb3828" providerId="LiveId" clId="{84D22F07-7720-4130-9AC9-FADDB0D37658}" dt="2026-08-19T07:20:24.520" v="2082" actId="478"/>
          <ac:picMkLst>
            <pc:docMk/>
            <pc:sldMk cId="1611053664" sldId="259"/>
            <ac:picMk id="39" creationId="{29138352-9D01-CB73-2F0C-332A91294EDC}"/>
          </ac:picMkLst>
        </pc:picChg>
        <pc:picChg chg="add del mod">
          <ac:chgData name="Minh Thuong Phan" userId="3bc5099f51bb3828" providerId="LiveId" clId="{84D22F07-7720-4130-9AC9-FADDB0D37658}" dt="2026-08-19T07:27:19.506" v="2382" actId="478"/>
          <ac:picMkLst>
            <pc:docMk/>
            <pc:sldMk cId="1611053664" sldId="259"/>
            <ac:picMk id="41" creationId="{F7D6E7CD-E8B8-2E61-1612-BE48AFE1EC45}"/>
          </ac:picMkLst>
        </pc:picChg>
        <pc:picChg chg="add mod">
          <ac:chgData name="Minh Thuong Phan" userId="3bc5099f51bb3828" providerId="LiveId" clId="{84D22F07-7720-4130-9AC9-FADDB0D37658}" dt="2026-08-19T07:36:17.686" v="2607" actId="1037"/>
          <ac:picMkLst>
            <pc:docMk/>
            <pc:sldMk cId="1611053664" sldId="259"/>
            <ac:picMk id="45" creationId="{CA9507BA-03CC-1692-FBBE-3DC484A8BF7C}"/>
          </ac:picMkLst>
        </pc:picChg>
        <pc:picChg chg="add mod">
          <ac:chgData name="Minh Thuong Phan" userId="3bc5099f51bb3828" providerId="LiveId" clId="{84D22F07-7720-4130-9AC9-FADDB0D37658}" dt="2026-08-19T07:40:31.979" v="2917" actId="1076"/>
          <ac:picMkLst>
            <pc:docMk/>
            <pc:sldMk cId="1611053664" sldId="259"/>
            <ac:picMk id="47" creationId="{428CF952-8F7E-75CB-B32E-B1E56CB609C2}"/>
          </ac:picMkLst>
        </pc:picChg>
        <pc:picChg chg="add mod">
          <ac:chgData name="Minh Thuong Phan" userId="3bc5099f51bb3828" providerId="LiveId" clId="{84D22F07-7720-4130-9AC9-FADDB0D37658}" dt="2026-08-19T08:06:35.785" v="3120" actId="1076"/>
          <ac:picMkLst>
            <pc:docMk/>
            <pc:sldMk cId="1611053664" sldId="259"/>
            <ac:picMk id="51" creationId="{18115500-9969-D37F-0F49-812C9514A548}"/>
          </ac:picMkLst>
        </pc:picChg>
        <pc:picChg chg="add mod">
          <ac:chgData name="Minh Thuong Phan" userId="3bc5099f51bb3828" providerId="LiveId" clId="{84D22F07-7720-4130-9AC9-FADDB0D37658}" dt="2026-08-19T08:06:18.972" v="3115" actId="1076"/>
          <ac:picMkLst>
            <pc:docMk/>
            <pc:sldMk cId="1611053664" sldId="259"/>
            <ac:picMk id="61" creationId="{999336AE-E0C9-AB87-884C-8C83D2CF1E9E}"/>
          </ac:picMkLst>
        </pc:picChg>
        <pc:cxnChg chg="add mod">
          <ac:chgData name="Minh Thuong Phan" userId="3bc5099f51bb3828" providerId="LiveId" clId="{84D22F07-7720-4130-9AC9-FADDB0D37658}" dt="2026-08-19T07:35:11" v="2562" actId="1076"/>
          <ac:cxnSpMkLst>
            <pc:docMk/>
            <pc:sldMk cId="1611053664" sldId="259"/>
            <ac:cxnSpMk id="49" creationId="{8A6F28E3-4DA3-8D92-E94D-1EB9990A365C}"/>
          </ac:cxnSpMkLst>
        </pc:cxnChg>
      </pc:sldChg>
      <pc:sldChg chg="addSp delSp modSp add mod ord setBg">
        <pc:chgData name="Minh Thuong Phan" userId="3bc5099f51bb3828" providerId="LiveId" clId="{84D22F07-7720-4130-9AC9-FADDB0D37658}" dt="2026-08-19T08:13:43.002" v="3267" actId="1076"/>
        <pc:sldMkLst>
          <pc:docMk/>
          <pc:sldMk cId="2774991427" sldId="260"/>
        </pc:sldMkLst>
        <pc:spChg chg="mod ord">
          <ac:chgData name="Minh Thuong Phan" userId="3bc5099f51bb3828" providerId="LiveId" clId="{84D22F07-7720-4130-9AC9-FADDB0D37658}" dt="2026-08-19T08:11:17.284" v="3261" actId="26606"/>
          <ac:spMkLst>
            <pc:docMk/>
            <pc:sldMk cId="2774991427" sldId="260"/>
            <ac:spMk id="2" creationId="{B2FAB9FD-C383-15BB-C5D4-D1EF12DF86F3}"/>
          </ac:spMkLst>
        </pc:spChg>
        <pc:spChg chg="del mod">
          <ac:chgData name="Minh Thuong Phan" userId="3bc5099f51bb3828" providerId="LiveId" clId="{84D22F07-7720-4130-9AC9-FADDB0D37658}" dt="2026-08-19T08:11:07.956" v="3259" actId="478"/>
          <ac:spMkLst>
            <pc:docMk/>
            <pc:sldMk cId="2774991427" sldId="260"/>
            <ac:spMk id="7" creationId="{011048D9-E004-D03A-00F7-A5CBE421B100}"/>
          </ac:spMkLst>
        </pc:spChg>
        <pc:spChg chg="del">
          <ac:chgData name="Minh Thuong Phan" userId="3bc5099f51bb3828" providerId="LiveId" clId="{84D22F07-7720-4130-9AC9-FADDB0D37658}" dt="2026-08-19T08:09:57.285" v="3244" actId="478"/>
          <ac:spMkLst>
            <pc:docMk/>
            <pc:sldMk cId="2774991427" sldId="260"/>
            <ac:spMk id="12" creationId="{68BEC3BA-8303-2FA0-904E-D450B3F30742}"/>
          </ac:spMkLst>
        </pc:spChg>
        <pc:spChg chg="add del">
          <ac:chgData name="Minh Thuong Phan" userId="3bc5099f51bb3828" providerId="LiveId" clId="{84D22F07-7720-4130-9AC9-FADDB0D37658}" dt="2026-08-19T08:11:17.294" v="3262" actId="26606"/>
          <ac:spMkLst>
            <pc:docMk/>
            <pc:sldMk cId="2774991427" sldId="260"/>
            <ac:spMk id="13" creationId="{E18F6E8B-15ED-43C7-94BA-91549A651C73}"/>
          </ac:spMkLst>
        </pc:spChg>
        <pc:spChg chg="del">
          <ac:chgData name="Minh Thuong Phan" userId="3bc5099f51bb3828" providerId="LiveId" clId="{84D22F07-7720-4130-9AC9-FADDB0D37658}" dt="2026-08-19T08:10:04.284" v="3251" actId="478"/>
          <ac:spMkLst>
            <pc:docMk/>
            <pc:sldMk cId="2774991427" sldId="260"/>
            <ac:spMk id="14" creationId="{13E0E575-774F-4A7D-15B7-3FEAFA8B8BC8}"/>
          </ac:spMkLst>
        </pc:spChg>
        <pc:spChg chg="del">
          <ac:chgData name="Minh Thuong Phan" userId="3bc5099f51bb3828" providerId="LiveId" clId="{84D22F07-7720-4130-9AC9-FADDB0D37658}" dt="2026-08-19T08:09:57.978" v="3245" actId="478"/>
          <ac:spMkLst>
            <pc:docMk/>
            <pc:sldMk cId="2774991427" sldId="260"/>
            <ac:spMk id="15" creationId="{99275E70-41DA-8434-D974-F7A0FCAB5998}"/>
          </ac:spMkLst>
        </pc:spChg>
        <pc:spChg chg="del">
          <ac:chgData name="Minh Thuong Phan" userId="3bc5099f51bb3828" providerId="LiveId" clId="{84D22F07-7720-4130-9AC9-FADDB0D37658}" dt="2026-08-19T08:09:59.397" v="3246" actId="478"/>
          <ac:spMkLst>
            <pc:docMk/>
            <pc:sldMk cId="2774991427" sldId="260"/>
            <ac:spMk id="19" creationId="{D15E1E50-B127-88BA-AA2B-3C186C3B62A9}"/>
          </ac:spMkLst>
        </pc:spChg>
        <pc:spChg chg="add del">
          <ac:chgData name="Minh Thuong Phan" userId="3bc5099f51bb3828" providerId="LiveId" clId="{84D22F07-7720-4130-9AC9-FADDB0D37658}" dt="2026-08-19T08:11:17.294" v="3262" actId="26606"/>
          <ac:spMkLst>
            <pc:docMk/>
            <pc:sldMk cId="2774991427" sldId="260"/>
            <ac:spMk id="20" creationId="{B81933D1-5615-42C7-9C0B-4EB7105CCE2D}"/>
          </ac:spMkLst>
        </pc:spChg>
        <pc:spChg chg="del">
          <ac:chgData name="Minh Thuong Phan" userId="3bc5099f51bb3828" providerId="LiveId" clId="{84D22F07-7720-4130-9AC9-FADDB0D37658}" dt="2026-08-19T08:10:01.836" v="3249" actId="478"/>
          <ac:spMkLst>
            <pc:docMk/>
            <pc:sldMk cId="2774991427" sldId="260"/>
            <ac:spMk id="22" creationId="{B1D00740-ED30-DAD6-CF27-54C33858E1B9}"/>
          </ac:spMkLst>
        </pc:spChg>
        <pc:spChg chg="add del">
          <ac:chgData name="Minh Thuong Phan" userId="3bc5099f51bb3828" providerId="LiveId" clId="{84D22F07-7720-4130-9AC9-FADDB0D37658}" dt="2026-08-19T08:11:17.294" v="3262" actId="26606"/>
          <ac:spMkLst>
            <pc:docMk/>
            <pc:sldMk cId="2774991427" sldId="260"/>
            <ac:spMk id="23" creationId="{B089A89A-1E9C-4761-9DFF-53C275FBF870}"/>
          </ac:spMkLst>
        </pc:spChg>
        <pc:spChg chg="del mod">
          <ac:chgData name="Minh Thuong Phan" userId="3bc5099f51bb3828" providerId="LiveId" clId="{84D22F07-7720-4130-9AC9-FADDB0D37658}" dt="2026-08-19T08:10:03.242" v="3250" actId="478"/>
          <ac:spMkLst>
            <pc:docMk/>
            <pc:sldMk cId="2774991427" sldId="260"/>
            <ac:spMk id="24" creationId="{3388BD62-4128-68BC-B7E7-0D8752E8AB50}"/>
          </ac:spMkLst>
        </pc:spChg>
        <pc:spChg chg="add del">
          <ac:chgData name="Minh Thuong Phan" userId="3bc5099f51bb3828" providerId="LiveId" clId="{84D22F07-7720-4130-9AC9-FADDB0D37658}" dt="2026-08-19T08:11:17.294" v="3262" actId="26606"/>
          <ac:spMkLst>
            <pc:docMk/>
            <pc:sldMk cId="2774991427" sldId="260"/>
            <ac:spMk id="25" creationId="{19C9EAEA-39D0-4B0E-A0EB-51E7B26740B1}"/>
          </ac:spMkLst>
        </pc:spChg>
        <pc:spChg chg="add del">
          <ac:chgData name="Minh Thuong Phan" userId="3bc5099f51bb3828" providerId="LiveId" clId="{84D22F07-7720-4130-9AC9-FADDB0D37658}" dt="2026-08-19T08:11:17.284" v="3261" actId="26606"/>
          <ac:spMkLst>
            <pc:docMk/>
            <pc:sldMk cId="2774991427" sldId="260"/>
            <ac:spMk id="30" creationId="{6234BCC6-39B9-47D9-8BF8-C665401AE23C}"/>
          </ac:spMkLst>
        </pc:spChg>
        <pc:spChg chg="add del">
          <ac:chgData name="Minh Thuong Phan" userId="3bc5099f51bb3828" providerId="LiveId" clId="{84D22F07-7720-4130-9AC9-FADDB0D37658}" dt="2026-08-19T08:11:17.284" v="3261" actId="26606"/>
          <ac:spMkLst>
            <pc:docMk/>
            <pc:sldMk cId="2774991427" sldId="260"/>
            <ac:spMk id="32" creationId="{72A9CE9D-DAC3-40AF-B504-78A64A909F9D}"/>
          </ac:spMkLst>
        </pc:spChg>
        <pc:spChg chg="add del">
          <ac:chgData name="Minh Thuong Phan" userId="3bc5099f51bb3828" providerId="LiveId" clId="{84D22F07-7720-4130-9AC9-FADDB0D37658}" dt="2026-08-19T08:11:17.284" v="3261" actId="26606"/>
          <ac:spMkLst>
            <pc:docMk/>
            <pc:sldMk cId="2774991427" sldId="260"/>
            <ac:spMk id="34" creationId="{506D7452-6CDE-4381-86CE-07B2459383D5}"/>
          </ac:spMkLst>
        </pc:spChg>
        <pc:spChg chg="add del">
          <ac:chgData name="Minh Thuong Phan" userId="3bc5099f51bb3828" providerId="LiveId" clId="{84D22F07-7720-4130-9AC9-FADDB0D37658}" dt="2026-08-19T08:11:17.284" v="3261" actId="26606"/>
          <ac:spMkLst>
            <pc:docMk/>
            <pc:sldMk cId="2774991427" sldId="260"/>
            <ac:spMk id="36" creationId="{762DA937-8B55-4317-BD32-98D7AF30E39E}"/>
          </ac:spMkLst>
        </pc:spChg>
        <pc:spChg chg="add">
          <ac:chgData name="Minh Thuong Phan" userId="3bc5099f51bb3828" providerId="LiveId" clId="{84D22F07-7720-4130-9AC9-FADDB0D37658}" dt="2026-08-19T08:11:17.294" v="3262" actId="26606"/>
          <ac:spMkLst>
            <pc:docMk/>
            <pc:sldMk cId="2774991427" sldId="260"/>
            <ac:spMk id="37" creationId="{B81933D1-5615-42C7-9C0B-4EB7105CCE2D}"/>
          </ac:spMkLst>
        </pc:spChg>
        <pc:spChg chg="add del">
          <ac:chgData name="Minh Thuong Phan" userId="3bc5099f51bb3828" providerId="LiveId" clId="{84D22F07-7720-4130-9AC9-FADDB0D37658}" dt="2026-08-19T08:11:17.284" v="3261" actId="26606"/>
          <ac:spMkLst>
            <pc:docMk/>
            <pc:sldMk cId="2774991427" sldId="260"/>
            <ac:spMk id="38" creationId="{C52EE5A8-045B-4D39-8ED1-513334085EEC}"/>
          </ac:spMkLst>
        </pc:spChg>
        <pc:spChg chg="add">
          <ac:chgData name="Minh Thuong Phan" userId="3bc5099f51bb3828" providerId="LiveId" clId="{84D22F07-7720-4130-9AC9-FADDB0D37658}" dt="2026-08-19T08:11:17.294" v="3262" actId="26606"/>
          <ac:spMkLst>
            <pc:docMk/>
            <pc:sldMk cId="2774991427" sldId="260"/>
            <ac:spMk id="39" creationId="{B089A89A-1E9C-4761-9DFF-53C275FBF870}"/>
          </ac:spMkLst>
        </pc:spChg>
        <pc:spChg chg="add">
          <ac:chgData name="Minh Thuong Phan" userId="3bc5099f51bb3828" providerId="LiveId" clId="{84D22F07-7720-4130-9AC9-FADDB0D37658}" dt="2026-08-19T08:11:17.294" v="3262" actId="26606"/>
          <ac:spMkLst>
            <pc:docMk/>
            <pc:sldMk cId="2774991427" sldId="260"/>
            <ac:spMk id="40" creationId="{E18F6E8B-15ED-43C7-94BA-91549A651C73}"/>
          </ac:spMkLst>
        </pc:spChg>
        <pc:spChg chg="add">
          <ac:chgData name="Minh Thuong Phan" userId="3bc5099f51bb3828" providerId="LiveId" clId="{84D22F07-7720-4130-9AC9-FADDB0D37658}" dt="2026-08-19T08:11:17.294" v="3262" actId="26606"/>
          <ac:spMkLst>
            <pc:docMk/>
            <pc:sldMk cId="2774991427" sldId="260"/>
            <ac:spMk id="41" creationId="{19C9EAEA-39D0-4B0E-A0EB-51E7B26740B1}"/>
          </ac:spMkLst>
        </pc:spChg>
        <pc:grpChg chg="add del">
          <ac:chgData name="Minh Thuong Phan" userId="3bc5099f51bb3828" providerId="LiveId" clId="{84D22F07-7720-4130-9AC9-FADDB0D37658}" dt="2026-08-19T08:11:17.294" v="3262" actId="26606"/>
          <ac:grpSpMkLst>
            <pc:docMk/>
            <pc:sldMk cId="2774991427" sldId="260"/>
            <ac:grpSpMk id="10" creationId="{032D8612-31EB-44CF-A1D0-14FD4C705424}"/>
          </ac:grpSpMkLst>
        </pc:grpChg>
        <pc:grpChg chg="add">
          <ac:chgData name="Minh Thuong Phan" userId="3bc5099f51bb3828" providerId="LiveId" clId="{84D22F07-7720-4130-9AC9-FADDB0D37658}" dt="2026-08-19T08:11:17.294" v="3262" actId="26606"/>
          <ac:grpSpMkLst>
            <pc:docMk/>
            <pc:sldMk cId="2774991427" sldId="260"/>
            <ac:grpSpMk id="42" creationId="{032D8612-31EB-44CF-A1D0-14FD4C705424}"/>
          </ac:grpSpMkLst>
        </pc:grpChg>
        <pc:picChg chg="add mod">
          <ac:chgData name="Minh Thuong Phan" userId="3bc5099f51bb3828" providerId="LiveId" clId="{84D22F07-7720-4130-9AC9-FADDB0D37658}" dt="2026-08-19T08:11:03.459" v="3258" actId="26606"/>
          <ac:picMkLst>
            <pc:docMk/>
            <pc:sldMk cId="2774991427" sldId="260"/>
            <ac:picMk id="4" creationId="{FA575F3F-E1D4-633E-6090-EB12FC00F668}"/>
          </ac:picMkLst>
        </pc:picChg>
        <pc:picChg chg="del">
          <ac:chgData name="Minh Thuong Phan" userId="3bc5099f51bb3828" providerId="LiveId" clId="{84D22F07-7720-4130-9AC9-FADDB0D37658}" dt="2026-08-19T08:10:00.114" v="3247" actId="478"/>
          <ac:picMkLst>
            <pc:docMk/>
            <pc:sldMk cId="2774991427" sldId="260"/>
            <ac:picMk id="5" creationId="{AB3B9E0E-6FE6-7D51-F64F-EEB063AA34BD}"/>
          </ac:picMkLst>
        </pc:picChg>
        <pc:picChg chg="add mod">
          <ac:chgData name="Minh Thuong Phan" userId="3bc5099f51bb3828" providerId="LiveId" clId="{84D22F07-7720-4130-9AC9-FADDB0D37658}" dt="2026-08-19T08:11:03.459" v="3258" actId="26606"/>
          <ac:picMkLst>
            <pc:docMk/>
            <pc:sldMk cId="2774991427" sldId="260"/>
            <ac:picMk id="8" creationId="{54AE11C7-EDD3-67AD-3CF7-BEEA4C58A7BA}"/>
          </ac:picMkLst>
        </pc:picChg>
        <pc:picChg chg="del">
          <ac:chgData name="Minh Thuong Phan" userId="3bc5099f51bb3828" providerId="LiveId" clId="{84D22F07-7720-4130-9AC9-FADDB0D37658}" dt="2026-08-19T08:09:45.035" v="3238" actId="478"/>
          <ac:picMkLst>
            <pc:docMk/>
            <pc:sldMk cId="2774991427" sldId="260"/>
            <ac:picMk id="11" creationId="{C924FE2C-1483-9D2D-11A8-B81B2B088092}"/>
          </ac:picMkLst>
        </pc:picChg>
        <pc:picChg chg="del">
          <ac:chgData name="Minh Thuong Phan" userId="3bc5099f51bb3828" providerId="LiveId" clId="{84D22F07-7720-4130-9AC9-FADDB0D37658}" dt="2026-08-19T08:10:04.764" v="3252" actId="478"/>
          <ac:picMkLst>
            <pc:docMk/>
            <pc:sldMk cId="2774991427" sldId="260"/>
            <ac:picMk id="17" creationId="{CDBFB92E-AA82-1AE7-AB5C-FD520F158258}"/>
          </ac:picMkLst>
        </pc:picChg>
        <pc:picChg chg="add del">
          <ac:chgData name="Minh Thuong Phan" userId="3bc5099f51bb3828" providerId="LiveId" clId="{84D22F07-7720-4130-9AC9-FADDB0D37658}" dt="2026-08-19T08:13:32.001" v="3264" actId="22"/>
          <ac:picMkLst>
            <pc:docMk/>
            <pc:sldMk cId="2774991427" sldId="260"/>
            <ac:picMk id="26" creationId="{02835050-6C53-0830-15BA-D886151E8E1E}"/>
          </ac:picMkLst>
        </pc:picChg>
        <pc:picChg chg="add mod">
          <ac:chgData name="Minh Thuong Phan" userId="3bc5099f51bb3828" providerId="LiveId" clId="{84D22F07-7720-4130-9AC9-FADDB0D37658}" dt="2026-08-19T08:13:43.002" v="3267" actId="1076"/>
          <ac:picMkLst>
            <pc:docMk/>
            <pc:sldMk cId="2774991427" sldId="260"/>
            <ac:picMk id="28" creationId="{51C40815-32CF-E91B-17B5-49BAF52E248A}"/>
          </ac:picMkLst>
        </pc:picChg>
      </pc:sldChg>
      <pc:sldChg chg="addSp delSp modSp add mod ord setBg">
        <pc:chgData name="Minh Thuong Phan" userId="3bc5099f51bb3828" providerId="LiveId" clId="{84D22F07-7720-4130-9AC9-FADDB0D37658}" dt="2026-08-19T08:19:38.154" v="3361" actId="1076"/>
        <pc:sldMkLst>
          <pc:docMk/>
          <pc:sldMk cId="2934494217" sldId="261"/>
        </pc:sldMkLst>
        <pc:spChg chg="mod ord">
          <ac:chgData name="Minh Thuong Phan" userId="3bc5099f51bb3828" providerId="LiveId" clId="{84D22F07-7720-4130-9AC9-FADDB0D37658}" dt="2026-08-19T08:19:38.154" v="3361" actId="1076"/>
          <ac:spMkLst>
            <pc:docMk/>
            <pc:sldMk cId="2934494217" sldId="261"/>
            <ac:spMk id="2" creationId="{ED7E82A7-FC34-5FD9-4EAA-564F106D8240}"/>
          </ac:spMkLst>
        </pc:spChg>
        <pc:spChg chg="add del mod">
          <ac:chgData name="Minh Thuong Phan" userId="3bc5099f51bb3828" providerId="LiveId" clId="{84D22F07-7720-4130-9AC9-FADDB0D37658}" dt="2026-08-19T08:14:22.344" v="3277" actId="478"/>
          <ac:spMkLst>
            <pc:docMk/>
            <pc:sldMk cId="2934494217" sldId="261"/>
            <ac:spMk id="4" creationId="{5CC31EDC-5A6C-7CFC-671D-47A6EA23CCD8}"/>
          </ac:spMkLst>
        </pc:spChg>
        <pc:spChg chg="del">
          <ac:chgData name="Minh Thuong Phan" userId="3bc5099f51bb3828" providerId="LiveId" clId="{84D22F07-7720-4130-9AC9-FADDB0D37658}" dt="2026-08-19T08:14:03.914" v="3271" actId="478"/>
          <ac:spMkLst>
            <pc:docMk/>
            <pc:sldMk cId="2934494217" sldId="261"/>
            <ac:spMk id="7" creationId="{8F597CD3-634D-8489-5029-D1B380AC3074}"/>
          </ac:spMkLst>
        </pc:spChg>
        <pc:spChg chg="del">
          <ac:chgData name="Minh Thuong Phan" userId="3bc5099f51bb3828" providerId="LiveId" clId="{84D22F07-7720-4130-9AC9-FADDB0D37658}" dt="2026-08-19T08:14:03.914" v="3271" actId="478"/>
          <ac:spMkLst>
            <pc:docMk/>
            <pc:sldMk cId="2934494217" sldId="261"/>
            <ac:spMk id="12" creationId="{146BD581-940F-5CED-82A7-F809B04F867C}"/>
          </ac:spMkLst>
        </pc:spChg>
        <pc:spChg chg="del">
          <ac:chgData name="Minh Thuong Phan" userId="3bc5099f51bb3828" providerId="LiveId" clId="{84D22F07-7720-4130-9AC9-FADDB0D37658}" dt="2026-08-19T08:14:03.914" v="3271" actId="478"/>
          <ac:spMkLst>
            <pc:docMk/>
            <pc:sldMk cId="2934494217" sldId="261"/>
            <ac:spMk id="14" creationId="{4E5787B4-D584-840F-5BC3-467C3CCD2623}"/>
          </ac:spMkLst>
        </pc:spChg>
        <pc:spChg chg="del">
          <ac:chgData name="Minh Thuong Phan" userId="3bc5099f51bb3828" providerId="LiveId" clId="{84D22F07-7720-4130-9AC9-FADDB0D37658}" dt="2026-08-19T08:14:03.914" v="3271" actId="478"/>
          <ac:spMkLst>
            <pc:docMk/>
            <pc:sldMk cId="2934494217" sldId="261"/>
            <ac:spMk id="15" creationId="{79B64F91-658E-0D52-64AB-E184AC58892D}"/>
          </ac:spMkLst>
        </pc:spChg>
        <pc:spChg chg="del">
          <ac:chgData name="Minh Thuong Phan" userId="3bc5099f51bb3828" providerId="LiveId" clId="{84D22F07-7720-4130-9AC9-FADDB0D37658}" dt="2026-08-19T08:14:03.914" v="3271" actId="478"/>
          <ac:spMkLst>
            <pc:docMk/>
            <pc:sldMk cId="2934494217" sldId="261"/>
            <ac:spMk id="19" creationId="{071D131A-332E-2ECD-1A63-4864E211501B}"/>
          </ac:spMkLst>
        </pc:spChg>
        <pc:spChg chg="add del">
          <ac:chgData name="Minh Thuong Phan" userId="3bc5099f51bb3828" providerId="LiveId" clId="{84D22F07-7720-4130-9AC9-FADDB0D37658}" dt="2026-08-19T08:15:29.164" v="3282" actId="26606"/>
          <ac:spMkLst>
            <pc:docMk/>
            <pc:sldMk cId="2934494217" sldId="261"/>
            <ac:spMk id="21" creationId="{19D32F93-50AC-4C46-A5DB-291C60DDB7BD}"/>
          </ac:spMkLst>
        </pc:spChg>
        <pc:spChg chg="del">
          <ac:chgData name="Minh Thuong Phan" userId="3bc5099f51bb3828" providerId="LiveId" clId="{84D22F07-7720-4130-9AC9-FADDB0D37658}" dt="2026-08-19T08:14:03.914" v="3271" actId="478"/>
          <ac:spMkLst>
            <pc:docMk/>
            <pc:sldMk cId="2934494217" sldId="261"/>
            <ac:spMk id="22" creationId="{A6CAEADA-B687-021F-9A2A-BE089F10C680}"/>
          </ac:spMkLst>
        </pc:spChg>
        <pc:spChg chg="add del">
          <ac:chgData name="Minh Thuong Phan" userId="3bc5099f51bb3828" providerId="LiveId" clId="{84D22F07-7720-4130-9AC9-FADDB0D37658}" dt="2026-08-19T08:15:29.164" v="3282" actId="26606"/>
          <ac:spMkLst>
            <pc:docMk/>
            <pc:sldMk cId="2934494217" sldId="261"/>
            <ac:spMk id="23" creationId="{B9A1D9BC-1455-4308-9ABD-A3F8EDB67AAF}"/>
          </ac:spMkLst>
        </pc:spChg>
        <pc:spChg chg="del">
          <ac:chgData name="Minh Thuong Phan" userId="3bc5099f51bb3828" providerId="LiveId" clId="{84D22F07-7720-4130-9AC9-FADDB0D37658}" dt="2026-08-19T08:14:03.914" v="3271" actId="478"/>
          <ac:spMkLst>
            <pc:docMk/>
            <pc:sldMk cId="2934494217" sldId="261"/>
            <ac:spMk id="24" creationId="{E62C12DA-EEEE-D24D-B5B4-B5BEF1B12498}"/>
          </ac:spMkLst>
        </pc:spChg>
        <pc:spChg chg="add del">
          <ac:chgData name="Minh Thuong Phan" userId="3bc5099f51bb3828" providerId="LiveId" clId="{84D22F07-7720-4130-9AC9-FADDB0D37658}" dt="2026-08-19T08:15:29.164" v="3282" actId="26606"/>
          <ac:spMkLst>
            <pc:docMk/>
            <pc:sldMk cId="2934494217" sldId="261"/>
            <ac:spMk id="25" creationId="{827DC2C4-B485-428A-BF4A-472D2967F47F}"/>
          </ac:spMkLst>
        </pc:spChg>
        <pc:spChg chg="add del">
          <ac:chgData name="Minh Thuong Phan" userId="3bc5099f51bb3828" providerId="LiveId" clId="{84D22F07-7720-4130-9AC9-FADDB0D37658}" dt="2026-08-19T08:15:29.164" v="3282" actId="26606"/>
          <ac:spMkLst>
            <pc:docMk/>
            <pc:sldMk cId="2934494217" sldId="261"/>
            <ac:spMk id="27" creationId="{4A62647B-1222-407C-8740-5A497612B1F5}"/>
          </ac:spMkLst>
        </pc:spChg>
        <pc:spChg chg="add del">
          <ac:chgData name="Minh Thuong Phan" userId="3bc5099f51bb3828" providerId="LiveId" clId="{84D22F07-7720-4130-9AC9-FADDB0D37658}" dt="2026-08-19T08:16:44.044" v="3311" actId="26606"/>
          <ac:spMkLst>
            <pc:docMk/>
            <pc:sldMk cId="2934494217" sldId="261"/>
            <ac:spMk id="35" creationId="{B9D7E975-9161-4F2D-AC53-69E1912F6B5D}"/>
          </ac:spMkLst>
        </pc:spChg>
        <pc:spChg chg="add del">
          <ac:chgData name="Minh Thuong Phan" userId="3bc5099f51bb3828" providerId="LiveId" clId="{84D22F07-7720-4130-9AC9-FADDB0D37658}" dt="2026-08-19T08:16:44.044" v="3311" actId="26606"/>
          <ac:spMkLst>
            <pc:docMk/>
            <pc:sldMk cId="2934494217" sldId="261"/>
            <ac:spMk id="37" creationId="{827DC2C4-B485-428A-BF4A-472D2967F47F}"/>
          </ac:spMkLst>
        </pc:spChg>
        <pc:spChg chg="add del">
          <ac:chgData name="Minh Thuong Phan" userId="3bc5099f51bb3828" providerId="LiveId" clId="{84D22F07-7720-4130-9AC9-FADDB0D37658}" dt="2026-08-19T08:16:44.044" v="3311" actId="26606"/>
          <ac:spMkLst>
            <pc:docMk/>
            <pc:sldMk cId="2934494217" sldId="261"/>
            <ac:spMk id="39" creationId="{463E6235-1649-4B47-9862-4026FC473B6F}"/>
          </ac:spMkLst>
        </pc:spChg>
        <pc:picChg chg="del">
          <ac:chgData name="Minh Thuong Phan" userId="3bc5099f51bb3828" providerId="LiveId" clId="{84D22F07-7720-4130-9AC9-FADDB0D37658}" dt="2026-08-19T08:14:03.914" v="3271" actId="478"/>
          <ac:picMkLst>
            <pc:docMk/>
            <pc:sldMk cId="2934494217" sldId="261"/>
            <ac:picMk id="5" creationId="{F3ADC78B-3A7F-23B6-FD3B-017F140D7329}"/>
          </ac:picMkLst>
        </pc:picChg>
        <pc:picChg chg="add del mod ord">
          <ac:chgData name="Minh Thuong Phan" userId="3bc5099f51bb3828" providerId="LiveId" clId="{84D22F07-7720-4130-9AC9-FADDB0D37658}" dt="2026-08-19T08:15:39.130" v="3284" actId="21"/>
          <ac:picMkLst>
            <pc:docMk/>
            <pc:sldMk cId="2934494217" sldId="261"/>
            <ac:picMk id="8" creationId="{17A6A343-9320-EBB6-EFC2-0CC835DFD637}"/>
          </ac:picMkLst>
        </pc:picChg>
        <pc:picChg chg="add del mod">
          <ac:chgData name="Minh Thuong Phan" userId="3bc5099f51bb3828" providerId="LiveId" clId="{84D22F07-7720-4130-9AC9-FADDB0D37658}" dt="2026-08-19T08:15:39.130" v="3284" actId="21"/>
          <ac:picMkLst>
            <pc:docMk/>
            <pc:sldMk cId="2934494217" sldId="261"/>
            <ac:picMk id="10" creationId="{4830508E-FCF7-5065-4D97-14FEA2A669BF}"/>
          </ac:picMkLst>
        </pc:picChg>
        <pc:picChg chg="del">
          <ac:chgData name="Minh Thuong Phan" userId="3bc5099f51bb3828" providerId="LiveId" clId="{84D22F07-7720-4130-9AC9-FADDB0D37658}" dt="2026-08-19T08:14:03.914" v="3271" actId="478"/>
          <ac:picMkLst>
            <pc:docMk/>
            <pc:sldMk cId="2934494217" sldId="261"/>
            <ac:picMk id="11" creationId="{16B69B89-0B89-C9F4-2672-85B902DB2225}"/>
          </ac:picMkLst>
        </pc:picChg>
        <pc:picChg chg="add del mod">
          <ac:chgData name="Minh Thuong Phan" userId="3bc5099f51bb3828" providerId="LiveId" clId="{84D22F07-7720-4130-9AC9-FADDB0D37658}" dt="2026-08-19T08:15:39.130" v="3284" actId="21"/>
          <ac:picMkLst>
            <pc:docMk/>
            <pc:sldMk cId="2934494217" sldId="261"/>
            <ac:picMk id="16" creationId="{65F6613D-F05E-CA25-AA63-0D7F4DA31C9E}"/>
          </ac:picMkLst>
        </pc:picChg>
        <pc:picChg chg="del">
          <ac:chgData name="Minh Thuong Phan" userId="3bc5099f51bb3828" providerId="LiveId" clId="{84D22F07-7720-4130-9AC9-FADDB0D37658}" dt="2026-08-19T08:14:03.914" v="3271" actId="478"/>
          <ac:picMkLst>
            <pc:docMk/>
            <pc:sldMk cId="2934494217" sldId="261"/>
            <ac:picMk id="17" creationId="{4A392001-FCC4-66B4-FDE7-BB497D479F34}"/>
          </ac:picMkLst>
        </pc:picChg>
        <pc:picChg chg="add del mod">
          <ac:chgData name="Minh Thuong Phan" userId="3bc5099f51bb3828" providerId="LiveId" clId="{84D22F07-7720-4130-9AC9-FADDB0D37658}" dt="2026-08-19T08:16:44.254" v="3312" actId="22"/>
          <ac:picMkLst>
            <pc:docMk/>
            <pc:sldMk cId="2934494217" sldId="261"/>
            <ac:picMk id="20" creationId="{C7944D8A-B127-AA45-9976-B843E63CE306}"/>
          </ac:picMkLst>
        </pc:picChg>
        <pc:picChg chg="add del mod ord">
          <ac:chgData name="Minh Thuong Phan" userId="3bc5099f51bb3828" providerId="LiveId" clId="{84D22F07-7720-4130-9AC9-FADDB0D37658}" dt="2026-08-19T08:16:44.254" v="3312" actId="22"/>
          <ac:picMkLst>
            <pc:docMk/>
            <pc:sldMk cId="2934494217" sldId="261"/>
            <ac:picMk id="28" creationId="{D3EBDE27-62D3-AFE7-A90E-763F97039B77}"/>
          </ac:picMkLst>
        </pc:picChg>
        <pc:picChg chg="add del mod">
          <ac:chgData name="Minh Thuong Phan" userId="3bc5099f51bb3828" providerId="LiveId" clId="{84D22F07-7720-4130-9AC9-FADDB0D37658}" dt="2026-08-19T08:16:44.254" v="3312" actId="22"/>
          <ac:picMkLst>
            <pc:docMk/>
            <pc:sldMk cId="2934494217" sldId="261"/>
            <ac:picMk id="30" creationId="{62D5603F-3A0E-85A1-6616-FE3C1462EBF4}"/>
          </ac:picMkLst>
        </pc:picChg>
        <pc:picChg chg="add mod">
          <ac:chgData name="Minh Thuong Phan" userId="3bc5099f51bb3828" providerId="LiveId" clId="{84D22F07-7720-4130-9AC9-FADDB0D37658}" dt="2026-08-19T08:19:32.484" v="3360" actId="1076"/>
          <ac:picMkLst>
            <pc:docMk/>
            <pc:sldMk cId="2934494217" sldId="261"/>
            <ac:picMk id="32" creationId="{4642E53F-7E6D-794C-6FCA-A9A4867A0826}"/>
          </ac:picMkLst>
        </pc:picChg>
        <pc:picChg chg="add mod">
          <ac:chgData name="Minh Thuong Phan" userId="3bc5099f51bb3828" providerId="LiveId" clId="{84D22F07-7720-4130-9AC9-FADDB0D37658}" dt="2026-08-19T08:19:27.221" v="3356" actId="1076"/>
          <ac:picMkLst>
            <pc:docMk/>
            <pc:sldMk cId="2934494217" sldId="261"/>
            <ac:picMk id="34" creationId="{2764A545-E14F-7EF2-E407-262C7630FE17}"/>
          </ac:picMkLst>
        </pc:picChg>
        <pc:picChg chg="add mod">
          <ac:chgData name="Minh Thuong Phan" userId="3bc5099f51bb3828" providerId="LiveId" clId="{84D22F07-7720-4130-9AC9-FADDB0D37658}" dt="2026-08-19T08:19:31.334" v="3359" actId="1076"/>
          <ac:picMkLst>
            <pc:docMk/>
            <pc:sldMk cId="2934494217" sldId="261"/>
            <ac:picMk id="38" creationId="{2BAC26EB-4A8C-EE40-DC33-90F79B4B0C08}"/>
          </ac:picMkLst>
        </pc:pic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6203D96-D10E-8348-EAFF-89E3B7842F2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vi-V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7E02E24-16EB-325B-D624-4C1C2F46AE2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vi-V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8C2A3A4-9287-AB25-3B26-4FEE78C05DD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9B0EC0-A58D-4E46-8504-7A29307EB939}" type="datetimeFigureOut">
              <a:rPr lang="vi-VN" smtClean="0"/>
              <a:t>19/08/2026</a:t>
            </a:fld>
            <a:endParaRPr lang="vi-V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23ABD74-CC6D-393A-BDB5-BD13FC93C4D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vi-V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3D99E03-42F4-D2B6-9D7B-62E19DEA0AF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44ADE5-B1BC-4E4F-9AD4-A14EC7A48FD1}" type="slidenum">
              <a:rPr lang="vi-VN" smtClean="0"/>
              <a:t>‹#›</a:t>
            </a:fld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80931982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0253A81-F62F-49B2-3EFE-36F57124532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vi-V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0C5A8E7-62E1-98C3-9EF6-451F7FBA477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vi-V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8DACA97-B2B8-FA63-308E-6A665909417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9B0EC0-A58D-4E46-8504-7A29307EB939}" type="datetimeFigureOut">
              <a:rPr lang="vi-VN" smtClean="0"/>
              <a:t>19/08/2026</a:t>
            </a:fld>
            <a:endParaRPr lang="vi-V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318AE65-59E4-2CE3-5E2A-FAB0FFC890D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vi-V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AA6011F-6D28-B3FA-8F54-AE1AC764EF6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44ADE5-B1BC-4E4F-9AD4-A14EC7A48FD1}" type="slidenum">
              <a:rPr lang="vi-VN" smtClean="0"/>
              <a:t>‹#›</a:t>
            </a:fld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265729903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44515C3-51DF-EB5E-CE9A-8E1E81049B5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vi-V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E4A7C0F-0B72-100B-251D-45F61EA9FFD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1009FDC-8A06-B35A-F5CA-B2130D2D34B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9B0EC0-A58D-4E46-8504-7A29307EB939}" type="datetimeFigureOut">
              <a:rPr lang="vi-VN" smtClean="0"/>
              <a:t>19/08/2026</a:t>
            </a:fld>
            <a:endParaRPr lang="vi-V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F26300F-C44E-0A0C-FCA3-3F92C462A91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vi-V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48DE73F-FF2D-CE6D-7A20-E4CB562760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44ADE5-B1BC-4E4F-9AD4-A14EC7A48FD1}" type="slidenum">
              <a:rPr lang="vi-VN" smtClean="0"/>
              <a:t>‹#›</a:t>
            </a:fld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307922230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785B09A-73EA-2321-B605-0CB981570D2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vi-V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953205B-FA2B-3193-8BDB-9D0428B4D2B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vi-V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48E7FD3-8032-8D46-F678-4E0884388B7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vi-V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AB1B038-F1B4-D6E5-02EE-1ECB8460DA9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9B0EC0-A58D-4E46-8504-7A29307EB939}" type="datetimeFigureOut">
              <a:rPr lang="vi-VN" smtClean="0"/>
              <a:t>19/08/2026</a:t>
            </a:fld>
            <a:endParaRPr lang="vi-V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A2B6DCF-09D9-F274-BFE5-CD87A32CBD5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vi-V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A5A4238-9579-3C38-B41C-4A3421DF2A8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44ADE5-B1BC-4E4F-9AD4-A14EC7A48FD1}" type="slidenum">
              <a:rPr lang="vi-VN" smtClean="0"/>
              <a:t>‹#›</a:t>
            </a:fld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128880638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512E0A4-62F9-4124-1626-EFA468EF692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vi-V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EC91BAB-1CEA-E93A-C5BD-6254A973E7B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2C91DE0-2E94-B0CF-1E59-7CD9873C7BE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vi-V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D86C5A26-AF92-3BF8-0016-7ABE6132C5C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9AB4DFAC-EC6E-34AF-8C01-458AEB30C19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vi-V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80104263-9775-EAF1-20AB-BF0747C1AFF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9B0EC0-A58D-4E46-8504-7A29307EB939}" type="datetimeFigureOut">
              <a:rPr lang="vi-VN" smtClean="0"/>
              <a:t>19/08/2026</a:t>
            </a:fld>
            <a:endParaRPr lang="vi-V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E1959BF7-3E5C-8C2F-E358-0F18294F6B1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vi-V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139681D6-3221-EBFC-CDA0-49792F0FB7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44ADE5-B1BC-4E4F-9AD4-A14EC7A48FD1}" type="slidenum">
              <a:rPr lang="vi-VN" smtClean="0"/>
              <a:t>‹#›</a:t>
            </a:fld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170747957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6D43F4E-8045-7C35-345D-AFBC2DEF2C9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vi-V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D1745E7-D3B6-CE41-F3B2-BB97B983ADC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9B0EC0-A58D-4E46-8504-7A29307EB939}" type="datetimeFigureOut">
              <a:rPr lang="vi-VN" smtClean="0"/>
              <a:t>19/08/2026</a:t>
            </a:fld>
            <a:endParaRPr lang="vi-V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85D5222-6377-90FC-1602-5F39B6EE88C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vi-V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B5BC35E-0696-C533-9BBD-C376CA562C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44ADE5-B1BC-4E4F-9AD4-A14EC7A48FD1}" type="slidenum">
              <a:rPr lang="vi-VN" smtClean="0"/>
              <a:t>‹#›</a:t>
            </a:fld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300312850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458989A-982C-876B-18C3-B2DD3DBA0DC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9B0EC0-A58D-4E46-8504-7A29307EB939}" type="datetimeFigureOut">
              <a:rPr lang="vi-VN" smtClean="0"/>
              <a:t>19/08/2026</a:t>
            </a:fld>
            <a:endParaRPr lang="vi-V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E610F3CE-C1C7-6ED9-9B31-AF2C56E0117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vi-V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57D06CE-2389-F2E1-31DD-434ACB91091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44ADE5-B1BC-4E4F-9AD4-A14EC7A48FD1}" type="slidenum">
              <a:rPr lang="vi-VN" smtClean="0"/>
              <a:t>‹#›</a:t>
            </a:fld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71490589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EF68D13-CD3E-E4D0-A321-85357059B2C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vi-V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B4878E0-99DB-4FE7-1522-420CAD09A45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vi-V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16BDA2E-72E5-BBA9-1361-866A2A18B34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67B363B-BA33-8CFD-C797-804396ADA03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9B0EC0-A58D-4E46-8504-7A29307EB939}" type="datetimeFigureOut">
              <a:rPr lang="vi-VN" smtClean="0"/>
              <a:t>19/08/2026</a:t>
            </a:fld>
            <a:endParaRPr lang="vi-V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36DA721-917B-AC42-C8D3-38BD2A2EAE4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vi-V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75228F4-0775-2E44-868E-07DD583D6BD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44ADE5-B1BC-4E4F-9AD4-A14EC7A48FD1}" type="slidenum">
              <a:rPr lang="vi-VN" smtClean="0"/>
              <a:t>‹#›</a:t>
            </a:fld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271470093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5CCDE67-A614-C03D-7054-D8CAD9D6D62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vi-V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DE1505B4-8F64-F340-4E6F-AAC4CD582D96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vi-V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9CBA705-F8A8-4D0A-B6A0-521DC4A70D5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F8D754C-3B26-F545-8751-103B10DE87D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9B0EC0-A58D-4E46-8504-7A29307EB939}" type="datetimeFigureOut">
              <a:rPr lang="vi-VN" smtClean="0"/>
              <a:t>19/08/2026</a:t>
            </a:fld>
            <a:endParaRPr lang="vi-V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BCEFCAD-D838-9FD3-DE14-C52FBEA6554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vi-V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AC345E4-28D5-883E-4295-AD24BBC5551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44ADE5-B1BC-4E4F-9AD4-A14EC7A48FD1}" type="slidenum">
              <a:rPr lang="vi-VN" smtClean="0"/>
              <a:t>‹#›</a:t>
            </a:fld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288133958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3869400-4013-1296-B300-8ED1F678DAC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vi-V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A3218E5-20DD-B0AF-00F0-0FBE62D3B21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vi-V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FF6910F-C23F-ADCD-C843-C396A0F8DAA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9B0EC0-A58D-4E46-8504-7A29307EB939}" type="datetimeFigureOut">
              <a:rPr lang="vi-VN" smtClean="0"/>
              <a:t>19/08/2026</a:t>
            </a:fld>
            <a:endParaRPr lang="vi-V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DD19A98-35DF-A872-2EC8-EA83D57FF1B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vi-V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0A6FC84-5D8F-F895-0734-BB035CA65E5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44ADE5-B1BC-4E4F-9AD4-A14EC7A48FD1}" type="slidenum">
              <a:rPr lang="vi-VN" smtClean="0"/>
              <a:t>‹#›</a:t>
            </a:fld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426093094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F50DBC6E-6C58-AE2B-94C5-09A3E369CD6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vi-V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013F1D4-F0B3-FA21-2072-B4DC3CB5C97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vi-V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98B7DE2-D312-3C09-1B10-91DD7D235DC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9B0EC0-A58D-4E46-8504-7A29307EB939}" type="datetimeFigureOut">
              <a:rPr lang="vi-VN" smtClean="0"/>
              <a:t>19/08/2026</a:t>
            </a:fld>
            <a:endParaRPr lang="vi-V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542181A-030E-0523-0DCD-204550E2A3E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vi-V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32C0B16-430B-C656-260E-F2808486DF7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44ADE5-B1BC-4E4F-9AD4-A14EC7A48FD1}" type="slidenum">
              <a:rPr lang="vi-VN" smtClean="0"/>
              <a:t>‹#›</a:t>
            </a:fld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271660883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379B4D36-36AF-05C9-79C3-E0A117B927F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vi-V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1F42370-45EB-088B-EF63-EE26FEA8187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vi-V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9E5BD0A-1102-ADDF-DD81-2FDDBC758F9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A09B0EC0-A58D-4E46-8504-7A29307EB939}" type="datetimeFigureOut">
              <a:rPr lang="vi-VN" smtClean="0"/>
              <a:t>19/08/2026</a:t>
            </a:fld>
            <a:endParaRPr lang="vi-V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A3600DD-8273-CE42-BE79-6F112976F3B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vi-V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0DD2F0F-F6F0-3238-8B7F-28EFEC5879C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D44ADE5-B1BC-4E4F-9AD4-A14EC7A48FD1}" type="slidenum">
              <a:rPr lang="vi-VN" smtClean="0"/>
              <a:t>‹#›</a:t>
            </a:fld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267346019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vi-V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6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1.png"/><Relationship Id="rId5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8.png"/><Relationship Id="rId3" Type="http://schemas.openxmlformats.org/officeDocument/2006/relationships/image" Target="../media/image13.png"/><Relationship Id="rId7" Type="http://schemas.openxmlformats.org/officeDocument/2006/relationships/image" Target="../media/image17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6.png"/><Relationship Id="rId5" Type="http://schemas.openxmlformats.org/officeDocument/2006/relationships/image" Target="../media/image15.png"/><Relationship Id="rId4" Type="http://schemas.openxmlformats.org/officeDocument/2006/relationships/image" Target="../media/image14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1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BA7D5C14-BAF4-49CB-1DD7-9F0384A92628}"/>
              </a:ext>
            </a:extLst>
          </p:cNvPr>
          <p:cNvSpPr txBox="1"/>
          <p:nvPr/>
        </p:nvSpPr>
        <p:spPr>
          <a:xfrm>
            <a:off x="1507957" y="342650"/>
            <a:ext cx="10684043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vi-VN" b="1" u="sng" dirty="0">
                <a:solidFill>
                  <a:srgbClr val="0070C0"/>
                </a:solidFill>
                <a:latin typeface="+mj-lt"/>
              </a:rPr>
              <a:t>Về cơ bản báo cáo tái chế sẽ có 4 chỉ số chính:</a:t>
            </a:r>
          </a:p>
          <a:p>
            <a:pPr marL="285750" indent="-285750">
              <a:buFontTx/>
              <a:buChar char="-"/>
            </a:pPr>
            <a:r>
              <a:rPr lang="vi-VN" sz="1600" dirty="0">
                <a:latin typeface="+mj-lt"/>
              </a:rPr>
              <a:t>Top 5 Quốc Gia có số lần tái chế (fail) nhiều nhất</a:t>
            </a:r>
          </a:p>
          <a:p>
            <a:pPr marL="285750" indent="-285750">
              <a:buFontTx/>
              <a:buChar char="-"/>
            </a:pPr>
            <a:r>
              <a:rPr lang="vi-VN" sz="1600" dirty="0">
                <a:latin typeface="+mj-lt"/>
              </a:rPr>
              <a:t>Top 5 Model có số lần tái chế (fail) nhiều nhất</a:t>
            </a:r>
          </a:p>
          <a:p>
            <a:pPr marL="285750" indent="-285750">
              <a:buFontTx/>
              <a:buChar char="-"/>
            </a:pPr>
            <a:r>
              <a:rPr lang="vi-VN" sz="1600" dirty="0">
                <a:latin typeface="+mj-lt"/>
              </a:rPr>
              <a:t>Top 5 Lỗi Có Số Lượng Cao Nhất (tính trên tổng 5 Model)</a:t>
            </a:r>
          </a:p>
          <a:p>
            <a:pPr marL="285750" indent="-285750">
              <a:buFontTx/>
              <a:buChar char="-"/>
            </a:pPr>
            <a:r>
              <a:rPr lang="vi-VN" sz="1600" dirty="0">
                <a:latin typeface="+mj-lt"/>
              </a:rPr>
              <a:t>Top 3 Lỗi Cao Nhất Của Từng Model Qua 4 Trạm (Ftt,hfpa, Re-ín Qc. Re-ins Ma)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FB2E2D17-43DD-9169-00D3-D28978BA167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8339" y="1974420"/>
            <a:ext cx="3842088" cy="2160299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D8279255-6285-9E01-8B15-7E4D4B4593A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78965" y="1995929"/>
            <a:ext cx="3842088" cy="2160299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FA0F8F87-0C45-E8D1-E506-7765D94A6D7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221573" y="1974420"/>
            <a:ext cx="3842088" cy="2160298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01052D6C-8FD3-1311-A7B5-C7FAAD7810E2}"/>
              </a:ext>
            </a:extLst>
          </p:cNvPr>
          <p:cNvSpPr txBox="1"/>
          <p:nvPr/>
        </p:nvSpPr>
        <p:spPr>
          <a:xfrm>
            <a:off x="1298684" y="4545446"/>
            <a:ext cx="11566361" cy="187743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vi-VN" sz="2000" b="1" u="sng" dirty="0">
                <a:solidFill>
                  <a:srgbClr val="0070C0"/>
                </a:solidFill>
                <a:latin typeface="+mj-lt"/>
              </a:rPr>
              <a:t>Quy trình xử lí dữ liệu (4 nhà máy VH; VH2; JV; JV2):</a:t>
            </a:r>
          </a:p>
          <a:p>
            <a:r>
              <a:rPr lang="vi-VN" sz="1600" b="1" i="1" dirty="0">
                <a:latin typeface="+mj-lt"/>
              </a:rPr>
              <a:t>1/ Các dữ liệu cần tải về: </a:t>
            </a:r>
            <a:r>
              <a:rPr lang="vi-VN" sz="1600" dirty="0">
                <a:latin typeface="+mj-lt"/>
              </a:rPr>
              <a:t>Re-inspection, FTT-internal, HFPA</a:t>
            </a:r>
          </a:p>
          <a:p>
            <a:r>
              <a:rPr lang="vi-VN" sz="1600" b="1" i="1" dirty="0">
                <a:latin typeface="+mj-lt"/>
              </a:rPr>
              <a:t>2/ Xử lí dữ liệu: </a:t>
            </a:r>
          </a:p>
          <a:p>
            <a:r>
              <a:rPr lang="vi-VN" sz="1600" dirty="0">
                <a:latin typeface="+mj-lt"/>
              </a:rPr>
              <a:t>	+ Re-inspection (Top 5 quốc gia, Top 5 Model. Top 5 lỗi trong 5 model, Top 3 lỗi của từng Model (QC và MA))</a:t>
            </a:r>
          </a:p>
          <a:p>
            <a:r>
              <a:rPr lang="vi-VN" sz="1600" dirty="0">
                <a:latin typeface="+mj-lt"/>
              </a:rPr>
              <a:t>	+ FTT (Top 3 lỗi của từng Model) </a:t>
            </a:r>
          </a:p>
          <a:p>
            <a:r>
              <a:rPr lang="vi-VN" sz="1600" dirty="0">
                <a:latin typeface="+mj-lt"/>
              </a:rPr>
              <a:t>	+ HPFA (Top 3 lỗi của từng Model) </a:t>
            </a:r>
          </a:p>
          <a:p>
            <a:r>
              <a:rPr lang="vi-VN" sz="1600" b="1" i="1" dirty="0">
                <a:latin typeface="+mj-lt"/>
              </a:rPr>
              <a:t>3/Copy dữ liệu qua file dữ liệu tổng để liên kết vẽ biểu đồ trên PowerPoint</a:t>
            </a:r>
          </a:p>
        </p:txBody>
      </p:sp>
    </p:spTree>
    <p:extLst>
      <p:ext uri="{BB962C8B-B14F-4D97-AF65-F5344CB8AC3E}">
        <p14:creationId xmlns:p14="http://schemas.microsoft.com/office/powerpoint/2010/main" val="329174810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238F522-B54B-CDE4-BE36-4333B0AC850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D4A8657A-7ED5-C309-6013-BA1C48DDA230}"/>
              </a:ext>
            </a:extLst>
          </p:cNvPr>
          <p:cNvSpPr txBox="1"/>
          <p:nvPr/>
        </p:nvSpPr>
        <p:spPr>
          <a:xfrm>
            <a:off x="738643" y="253207"/>
            <a:ext cx="4149044" cy="400110"/>
          </a:xfrm>
          <a:prstGeom prst="rect">
            <a:avLst/>
          </a:prstGeom>
          <a:solidFill>
            <a:schemeClr val="tx2"/>
          </a:solidFill>
        </p:spPr>
        <p:txBody>
          <a:bodyPr wrap="square" rtlCol="0">
            <a:spAutoFit/>
          </a:bodyPr>
          <a:lstStyle/>
          <a:p>
            <a:pPr algn="ctr"/>
            <a:r>
              <a:rPr lang="vi-VN" sz="2000" b="1" dirty="0">
                <a:solidFill>
                  <a:schemeClr val="bg1"/>
                </a:solidFill>
              </a:rPr>
              <a:t>XỬ LÍ DỮ LIỆU RE-INSPECTION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D6F85CF8-C24D-7A56-CEC5-A60CE3D00E4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42312" y="1813669"/>
            <a:ext cx="2815307" cy="1954403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8E9668E7-CD3E-3399-A727-3C59BAD9D702}"/>
              </a:ext>
            </a:extLst>
          </p:cNvPr>
          <p:cNvSpPr txBox="1"/>
          <p:nvPr/>
        </p:nvSpPr>
        <p:spPr>
          <a:xfrm>
            <a:off x="1152366" y="1475115"/>
            <a:ext cx="1773813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vi-VN" sz="1600" dirty="0"/>
              <a:t>Từ dữ liệu gốc</a:t>
            </a: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FC3DCCF6-181A-EF16-FB39-9CE7C736ED9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41352" y="1813670"/>
            <a:ext cx="3572805" cy="1954403"/>
          </a:xfrm>
          <a:prstGeom prst="rect">
            <a:avLst/>
          </a:prstGeom>
        </p:spPr>
      </p:pic>
      <p:sp>
        <p:nvSpPr>
          <p:cNvPr id="12" name="Arrow: Right 11">
            <a:extLst>
              <a:ext uri="{FF2B5EF4-FFF2-40B4-BE49-F238E27FC236}">
                <a16:creationId xmlns:a16="http://schemas.microsoft.com/office/drawing/2014/main" id="{B4B1F94C-263B-86C6-959C-EC698329561E}"/>
              </a:ext>
            </a:extLst>
          </p:cNvPr>
          <p:cNvSpPr/>
          <p:nvPr/>
        </p:nvSpPr>
        <p:spPr>
          <a:xfrm>
            <a:off x="3914928" y="2526192"/>
            <a:ext cx="526612" cy="172122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vi-VN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0FB37165-D9DE-FA9E-CF9D-05CD725FC034}"/>
              </a:ext>
            </a:extLst>
          </p:cNvPr>
          <p:cNvSpPr txBox="1"/>
          <p:nvPr/>
        </p:nvSpPr>
        <p:spPr>
          <a:xfrm>
            <a:off x="4658058" y="4195105"/>
            <a:ext cx="4238646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vi-VN" sz="1600" dirty="0"/>
              <a:t>Pivot để lấy </a:t>
            </a:r>
            <a:r>
              <a:rPr lang="vi-VN" sz="1600" dirty="0">
                <a:solidFill>
                  <a:schemeClr val="accent2"/>
                </a:solidFill>
              </a:rPr>
              <a:t>TOP 5 MODEL </a:t>
            </a:r>
            <a:r>
              <a:rPr lang="vi-VN" sz="1600" dirty="0"/>
              <a:t>và số lượng fail</a:t>
            </a:r>
          </a:p>
        </p:txBody>
      </p:sp>
      <p:sp>
        <p:nvSpPr>
          <p:cNvPr id="15" name="Arrow: Bent-Up 14">
            <a:extLst>
              <a:ext uri="{FF2B5EF4-FFF2-40B4-BE49-F238E27FC236}">
                <a16:creationId xmlns:a16="http://schemas.microsoft.com/office/drawing/2014/main" id="{0AB89A51-CB5A-ACE8-0B18-7113E0E484FA}"/>
              </a:ext>
            </a:extLst>
          </p:cNvPr>
          <p:cNvSpPr/>
          <p:nvPr/>
        </p:nvSpPr>
        <p:spPr>
          <a:xfrm rot="5400000">
            <a:off x="3599250" y="3161655"/>
            <a:ext cx="2032264" cy="1042905"/>
          </a:xfrm>
          <a:prstGeom prst="bentUpArrow">
            <a:avLst>
              <a:gd name="adj1" fmla="val 6918"/>
              <a:gd name="adj2" fmla="val 5329"/>
              <a:gd name="adj3" fmla="val 12000"/>
            </a:avLst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vi-VN"/>
          </a:p>
        </p:txBody>
      </p:sp>
      <p:pic>
        <p:nvPicPr>
          <p:cNvPr id="17" name="Picture 16">
            <a:extLst>
              <a:ext uri="{FF2B5EF4-FFF2-40B4-BE49-F238E27FC236}">
                <a16:creationId xmlns:a16="http://schemas.microsoft.com/office/drawing/2014/main" id="{B59062A7-0C3A-E09B-D201-946A47EFD71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136835" y="4604050"/>
            <a:ext cx="2865547" cy="1831813"/>
          </a:xfrm>
          <a:prstGeom prst="rect">
            <a:avLst/>
          </a:prstGeom>
        </p:spPr>
      </p:pic>
      <p:sp>
        <p:nvSpPr>
          <p:cNvPr id="19" name="TextBox 18">
            <a:extLst>
              <a:ext uri="{FF2B5EF4-FFF2-40B4-BE49-F238E27FC236}">
                <a16:creationId xmlns:a16="http://schemas.microsoft.com/office/drawing/2014/main" id="{BC1D64D1-956C-1684-7059-E3A2A83F5056}"/>
              </a:ext>
            </a:extLst>
          </p:cNvPr>
          <p:cNvSpPr txBox="1"/>
          <p:nvPr/>
        </p:nvSpPr>
        <p:spPr>
          <a:xfrm>
            <a:off x="3914928" y="1420477"/>
            <a:ext cx="4663175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vi-VN" sz="1600" dirty="0"/>
              <a:t>Pivot để lấy </a:t>
            </a:r>
            <a:r>
              <a:rPr lang="vi-VN" sz="1600" dirty="0">
                <a:solidFill>
                  <a:schemeClr val="accent2"/>
                </a:solidFill>
              </a:rPr>
              <a:t>TOP 5 QUỐC GIA </a:t>
            </a:r>
            <a:r>
              <a:rPr lang="vi-VN" sz="1600" dirty="0"/>
              <a:t>và số lượng fail</a:t>
            </a:r>
          </a:p>
        </p:txBody>
      </p:sp>
      <p:sp>
        <p:nvSpPr>
          <p:cNvPr id="22" name="Right Brace 21">
            <a:extLst>
              <a:ext uri="{FF2B5EF4-FFF2-40B4-BE49-F238E27FC236}">
                <a16:creationId xmlns:a16="http://schemas.microsoft.com/office/drawing/2014/main" id="{F3184819-A128-140F-3E38-C0E246547FB6}"/>
              </a:ext>
            </a:extLst>
          </p:cNvPr>
          <p:cNvSpPr/>
          <p:nvPr/>
        </p:nvSpPr>
        <p:spPr>
          <a:xfrm>
            <a:off x="8417926" y="2526192"/>
            <a:ext cx="476466" cy="3156577"/>
          </a:xfrm>
          <a:prstGeom prst="rightBrace">
            <a:avLst>
              <a:gd name="adj1" fmla="val 89341"/>
              <a:gd name="adj2" fmla="val 48044"/>
            </a:avLst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vi-VN"/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A48EFFB1-064B-A7C4-0FE9-4EE6128110C4}"/>
              </a:ext>
            </a:extLst>
          </p:cNvPr>
          <p:cNvSpPr txBox="1"/>
          <p:nvPr/>
        </p:nvSpPr>
        <p:spPr>
          <a:xfrm>
            <a:off x="8894392" y="3480666"/>
            <a:ext cx="3040508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vi-VN" sz="1400" i="1" dirty="0"/>
              <a:t>Category chỉ lọc QC (vì dữ liệu gốc mỗi lần fail sẽ ghi nhận kiểm Re-ins của QC và cả MA nên khi lấy top chỉ đến số lần Fail trên QC là đủ)</a:t>
            </a:r>
          </a:p>
        </p:txBody>
      </p:sp>
    </p:spTree>
    <p:extLst>
      <p:ext uri="{BB962C8B-B14F-4D97-AF65-F5344CB8AC3E}">
        <p14:creationId xmlns:p14="http://schemas.microsoft.com/office/powerpoint/2010/main" val="328076045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052FD9B-3124-6D17-15F5-36721BF888C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432899CA-CD46-CFF0-FC80-50467AD9A17A}"/>
              </a:ext>
            </a:extLst>
          </p:cNvPr>
          <p:cNvSpPr txBox="1"/>
          <p:nvPr/>
        </p:nvSpPr>
        <p:spPr>
          <a:xfrm>
            <a:off x="738643" y="253207"/>
            <a:ext cx="4149044" cy="400110"/>
          </a:xfrm>
          <a:prstGeom prst="rect">
            <a:avLst/>
          </a:prstGeom>
          <a:solidFill>
            <a:schemeClr val="tx2"/>
          </a:solidFill>
        </p:spPr>
        <p:txBody>
          <a:bodyPr wrap="square" rtlCol="0">
            <a:spAutoFit/>
          </a:bodyPr>
          <a:lstStyle/>
          <a:p>
            <a:pPr algn="ctr"/>
            <a:r>
              <a:rPr lang="vi-VN" sz="2000" b="1" dirty="0">
                <a:solidFill>
                  <a:schemeClr val="bg1"/>
                </a:solidFill>
              </a:rPr>
              <a:t>XỬ LÍ DỮ LIỆU RE-INSPECTION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F6E995A5-C7B6-5892-F4A8-556DE7DDBE5A}"/>
              </a:ext>
            </a:extLst>
          </p:cNvPr>
          <p:cNvSpPr txBox="1"/>
          <p:nvPr/>
        </p:nvSpPr>
        <p:spPr>
          <a:xfrm>
            <a:off x="579668" y="1191818"/>
            <a:ext cx="284095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vi-VN" sz="1400" dirty="0">
                <a:latin typeface="+mj-lt"/>
              </a:rPr>
              <a:t>Từ Top 5 model</a:t>
            </a:r>
          </a:p>
        </p:txBody>
      </p:sp>
      <p:sp>
        <p:nvSpPr>
          <p:cNvPr id="12" name="Arrow: Right 11">
            <a:extLst>
              <a:ext uri="{FF2B5EF4-FFF2-40B4-BE49-F238E27FC236}">
                <a16:creationId xmlns:a16="http://schemas.microsoft.com/office/drawing/2014/main" id="{B8D9813A-213B-3BB3-6A13-8F986019F589}"/>
              </a:ext>
            </a:extLst>
          </p:cNvPr>
          <p:cNvSpPr/>
          <p:nvPr/>
        </p:nvSpPr>
        <p:spPr>
          <a:xfrm>
            <a:off x="2970434" y="2171406"/>
            <a:ext cx="526612" cy="172122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vi-VN">
              <a:latin typeface="+mj-lt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67F6792F-C87E-09CB-F9C4-FD612C7CEFFC}"/>
              </a:ext>
            </a:extLst>
          </p:cNvPr>
          <p:cNvSpPr txBox="1"/>
          <p:nvPr/>
        </p:nvSpPr>
        <p:spPr>
          <a:xfrm>
            <a:off x="4131197" y="4009182"/>
            <a:ext cx="2992791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vi-VN" sz="1400" dirty="0">
                <a:latin typeface="+mj-lt"/>
              </a:rPr>
              <a:t>Chỉnh lại Pivot để lấy </a:t>
            </a:r>
            <a:r>
              <a:rPr lang="vi-VN" sz="1400" dirty="0">
                <a:solidFill>
                  <a:schemeClr val="accent2"/>
                </a:solidFill>
                <a:latin typeface="+mj-lt"/>
              </a:rPr>
              <a:t>TOP 3 LỖI CỦA TỪNG MODEL</a:t>
            </a:r>
            <a:r>
              <a:rPr lang="vi-VN" sz="1400" dirty="0">
                <a:latin typeface="+mj-lt"/>
              </a:rPr>
              <a:t> trong 5 model</a:t>
            </a:r>
          </a:p>
        </p:txBody>
      </p:sp>
      <p:sp>
        <p:nvSpPr>
          <p:cNvPr id="15" name="Arrow: Bent-Up 14">
            <a:extLst>
              <a:ext uri="{FF2B5EF4-FFF2-40B4-BE49-F238E27FC236}">
                <a16:creationId xmlns:a16="http://schemas.microsoft.com/office/drawing/2014/main" id="{96B5EEA7-987A-26F2-407F-B922CE7385C3}"/>
              </a:ext>
            </a:extLst>
          </p:cNvPr>
          <p:cNvSpPr/>
          <p:nvPr/>
        </p:nvSpPr>
        <p:spPr>
          <a:xfrm rot="5400000">
            <a:off x="3523897" y="3719109"/>
            <a:ext cx="780144" cy="494129"/>
          </a:xfrm>
          <a:prstGeom prst="bentUpArrow">
            <a:avLst>
              <a:gd name="adj1" fmla="val 13156"/>
              <a:gd name="adj2" fmla="val 20924"/>
              <a:gd name="adj3" fmla="val 26555"/>
            </a:avLst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vi-VN">
              <a:latin typeface="+mj-lt"/>
            </a:endParaRP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C62BF363-E12B-DC08-A880-7643868376AB}"/>
              </a:ext>
            </a:extLst>
          </p:cNvPr>
          <p:cNvSpPr txBox="1"/>
          <p:nvPr/>
        </p:nvSpPr>
        <p:spPr>
          <a:xfrm>
            <a:off x="3305715" y="1155858"/>
            <a:ext cx="490199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vi-VN" sz="1400" dirty="0">
                <a:latin typeface="+mj-lt"/>
              </a:rPr>
              <a:t>Chỉnh Pivot để lấy </a:t>
            </a:r>
            <a:r>
              <a:rPr lang="vi-VN" sz="1400" dirty="0">
                <a:solidFill>
                  <a:schemeClr val="accent2"/>
                </a:solidFill>
                <a:latin typeface="+mj-lt"/>
              </a:rPr>
              <a:t>TOP 5 LỖI TRÊN TỔNG 5 MODEL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D0C5AC34-5F6B-E1D5-56D2-9F904C00A97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773" y="1499595"/>
            <a:ext cx="2850797" cy="1136785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52643A8B-92C0-1C63-E167-49046BCAC6D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536050" y="1750443"/>
            <a:ext cx="2791458" cy="1825658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EBADA7F4-2C99-264B-78C5-519F0BE406E4}"/>
              </a:ext>
            </a:extLst>
          </p:cNvPr>
          <p:cNvSpPr txBox="1"/>
          <p:nvPr/>
        </p:nvSpPr>
        <p:spPr>
          <a:xfrm>
            <a:off x="3305715" y="1412076"/>
            <a:ext cx="7026118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vi-VN" sz="1200" dirty="0">
                <a:latin typeface="+mj-lt"/>
              </a:rPr>
              <a:t>**Lưu ý: Category lúc này chọn cả QM và MA | Model chọn chỉ 5 model trong top</a:t>
            </a:r>
          </a:p>
        </p:txBody>
      </p:sp>
      <p:sp>
        <p:nvSpPr>
          <p:cNvPr id="16" name="Arrow: Right 15">
            <a:extLst>
              <a:ext uri="{FF2B5EF4-FFF2-40B4-BE49-F238E27FC236}">
                <a16:creationId xmlns:a16="http://schemas.microsoft.com/office/drawing/2014/main" id="{5343BDE1-5E1A-721D-356E-42ACDA54379A}"/>
              </a:ext>
            </a:extLst>
          </p:cNvPr>
          <p:cNvSpPr/>
          <p:nvPr/>
        </p:nvSpPr>
        <p:spPr>
          <a:xfrm>
            <a:off x="6366512" y="2464258"/>
            <a:ext cx="526612" cy="172122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vi-VN">
              <a:latin typeface="+mj-lt"/>
            </a:endParaRPr>
          </a:p>
        </p:txBody>
      </p:sp>
      <p:pic>
        <p:nvPicPr>
          <p:cNvPr id="20" name="Picture 19">
            <a:extLst>
              <a:ext uri="{FF2B5EF4-FFF2-40B4-BE49-F238E27FC236}">
                <a16:creationId xmlns:a16="http://schemas.microsoft.com/office/drawing/2014/main" id="{26757109-38FF-4F86-E243-04062EA6A31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165819" y="2426059"/>
            <a:ext cx="3586663" cy="1400371"/>
          </a:xfrm>
          <a:prstGeom prst="rect">
            <a:avLst/>
          </a:prstGeom>
        </p:spPr>
      </p:pic>
      <p:sp>
        <p:nvSpPr>
          <p:cNvPr id="23" name="TextBox 22">
            <a:extLst>
              <a:ext uri="{FF2B5EF4-FFF2-40B4-BE49-F238E27FC236}">
                <a16:creationId xmlns:a16="http://schemas.microsoft.com/office/drawing/2014/main" id="{2E2359F8-3089-9A7E-5881-86CA96EA28BC}"/>
              </a:ext>
            </a:extLst>
          </p:cNvPr>
          <p:cNvSpPr txBox="1"/>
          <p:nvPr/>
        </p:nvSpPr>
        <p:spPr>
          <a:xfrm>
            <a:off x="7260334" y="1939009"/>
            <a:ext cx="339763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vi-VN" sz="1400" dirty="0">
                <a:latin typeface="+mj-lt"/>
              </a:rPr>
              <a:t>Copy ra, thêm cột tổng lỗi và cột tính tỉ lệ % theo công thức </a:t>
            </a:r>
            <a:r>
              <a:rPr lang="vi-VN" sz="1400" i="1" u="sng" dirty="0">
                <a:latin typeface="+mj-lt"/>
              </a:rPr>
              <a:t>TL% = SL lỗi / Tổng lỗi</a:t>
            </a:r>
            <a:endParaRPr lang="vi-VN" sz="1400" i="1" u="sng" dirty="0">
              <a:solidFill>
                <a:schemeClr val="accent2"/>
              </a:solidFill>
              <a:latin typeface="+mj-lt"/>
            </a:endParaRPr>
          </a:p>
        </p:txBody>
      </p:sp>
      <p:pic>
        <p:nvPicPr>
          <p:cNvPr id="26" name="Picture 25">
            <a:extLst>
              <a:ext uri="{FF2B5EF4-FFF2-40B4-BE49-F238E27FC236}">
                <a16:creationId xmlns:a16="http://schemas.microsoft.com/office/drawing/2014/main" id="{996E12C9-0C56-FAA2-260C-42086D56644B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992414" y="4532402"/>
            <a:ext cx="3105673" cy="1909495"/>
          </a:xfrm>
          <a:prstGeom prst="rect">
            <a:avLst/>
          </a:prstGeom>
        </p:spPr>
      </p:pic>
      <p:sp>
        <p:nvSpPr>
          <p:cNvPr id="28" name="Arrow: Right 27">
            <a:extLst>
              <a:ext uri="{FF2B5EF4-FFF2-40B4-BE49-F238E27FC236}">
                <a16:creationId xmlns:a16="http://schemas.microsoft.com/office/drawing/2014/main" id="{A19AC338-0FCC-2349-C112-BE3B4D9743F0}"/>
              </a:ext>
            </a:extLst>
          </p:cNvPr>
          <p:cNvSpPr/>
          <p:nvPr/>
        </p:nvSpPr>
        <p:spPr>
          <a:xfrm>
            <a:off x="7125262" y="4866699"/>
            <a:ext cx="526612" cy="172122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vi-VN">
              <a:latin typeface="+mj-lt"/>
            </a:endParaRPr>
          </a:p>
        </p:txBody>
      </p:sp>
      <p:pic>
        <p:nvPicPr>
          <p:cNvPr id="30" name="Picture 29">
            <a:extLst>
              <a:ext uri="{FF2B5EF4-FFF2-40B4-BE49-F238E27FC236}">
                <a16:creationId xmlns:a16="http://schemas.microsoft.com/office/drawing/2014/main" id="{DC5547CB-0BF9-A33D-1DB3-729D9BDFA407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717080" y="4866699"/>
            <a:ext cx="4161034" cy="1487339"/>
          </a:xfrm>
          <a:prstGeom prst="rect">
            <a:avLst/>
          </a:prstGeom>
        </p:spPr>
      </p:pic>
      <p:sp>
        <p:nvSpPr>
          <p:cNvPr id="34" name="TextBox 33">
            <a:extLst>
              <a:ext uri="{FF2B5EF4-FFF2-40B4-BE49-F238E27FC236}">
                <a16:creationId xmlns:a16="http://schemas.microsoft.com/office/drawing/2014/main" id="{CAAC0ECB-1148-2978-6EC1-8562299DC57D}"/>
              </a:ext>
            </a:extLst>
          </p:cNvPr>
          <p:cNvSpPr txBox="1"/>
          <p:nvPr/>
        </p:nvSpPr>
        <p:spPr>
          <a:xfrm>
            <a:off x="8432506" y="4343479"/>
            <a:ext cx="2730181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vi-VN" sz="1400" dirty="0">
                <a:latin typeface="+mj-lt"/>
              </a:rPr>
              <a:t>Lọc category </a:t>
            </a:r>
            <a:r>
              <a:rPr lang="vi-VN" sz="1400" i="1" u="sng" dirty="0">
                <a:solidFill>
                  <a:schemeClr val="accent2"/>
                </a:solidFill>
                <a:latin typeface="+mj-lt"/>
              </a:rPr>
              <a:t>phân ra QC và MA </a:t>
            </a:r>
            <a:r>
              <a:rPr lang="vi-VN" sz="1400" dirty="0">
                <a:latin typeface="+mj-lt"/>
              </a:rPr>
              <a:t>để lấy top 3 lỗi cho 5 model</a:t>
            </a:r>
            <a:endParaRPr lang="vi-VN" sz="1400" i="1" u="sng" dirty="0">
              <a:solidFill>
                <a:schemeClr val="accent2"/>
              </a:solidFill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90800203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3E1207B-2AC3-E24A-41A6-27F0272735B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F5D7345A-5A17-CE47-FEF9-751258893B81}"/>
              </a:ext>
            </a:extLst>
          </p:cNvPr>
          <p:cNvSpPr txBox="1"/>
          <p:nvPr/>
        </p:nvSpPr>
        <p:spPr>
          <a:xfrm>
            <a:off x="738643" y="129919"/>
            <a:ext cx="2555369" cy="400110"/>
          </a:xfrm>
          <a:prstGeom prst="rect">
            <a:avLst/>
          </a:prstGeom>
          <a:solidFill>
            <a:schemeClr val="tx2"/>
          </a:solidFill>
        </p:spPr>
        <p:txBody>
          <a:bodyPr wrap="square" rtlCol="0">
            <a:spAutoFit/>
          </a:bodyPr>
          <a:lstStyle/>
          <a:p>
            <a:pPr algn="ctr"/>
            <a:r>
              <a:rPr lang="vi-VN" sz="2000" b="1" dirty="0">
                <a:solidFill>
                  <a:schemeClr val="bg1"/>
                </a:solidFill>
              </a:rPr>
              <a:t>XỬ LÍ DỮ LIỆU FTT 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5E053CE2-7D26-6393-5CE9-B4D024C162E9}"/>
              </a:ext>
            </a:extLst>
          </p:cNvPr>
          <p:cNvSpPr txBox="1"/>
          <p:nvPr/>
        </p:nvSpPr>
        <p:spPr>
          <a:xfrm>
            <a:off x="976091" y="720232"/>
            <a:ext cx="284095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vi-VN" sz="1400" dirty="0">
                <a:latin typeface="+mj-lt"/>
              </a:rPr>
              <a:t>Từ dữ liệu gốc FTT</a:t>
            </a:r>
          </a:p>
        </p:txBody>
      </p:sp>
      <p:sp>
        <p:nvSpPr>
          <p:cNvPr id="12" name="Arrow: Right 11">
            <a:extLst>
              <a:ext uri="{FF2B5EF4-FFF2-40B4-BE49-F238E27FC236}">
                <a16:creationId xmlns:a16="http://schemas.microsoft.com/office/drawing/2014/main" id="{EED26FB1-3F5D-5388-74B9-B1D11E379EF0}"/>
              </a:ext>
            </a:extLst>
          </p:cNvPr>
          <p:cNvSpPr/>
          <p:nvPr/>
        </p:nvSpPr>
        <p:spPr>
          <a:xfrm>
            <a:off x="3694347" y="1927692"/>
            <a:ext cx="526612" cy="172122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vi-VN">
              <a:latin typeface="+mj-lt"/>
            </a:endParaRP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D9439220-FBFD-C4C0-6663-9EF78637794C}"/>
              </a:ext>
            </a:extLst>
          </p:cNvPr>
          <p:cNvSpPr txBox="1"/>
          <p:nvPr/>
        </p:nvSpPr>
        <p:spPr>
          <a:xfrm>
            <a:off x="3698412" y="304337"/>
            <a:ext cx="404686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vi-VN" sz="1400" dirty="0">
                <a:latin typeface="+mj-lt"/>
              </a:rPr>
              <a:t>Tạo Pivot, chọn trường dữ liệu, sort để lấy </a:t>
            </a:r>
          </a:p>
          <a:p>
            <a:pPr algn="ctr"/>
            <a:r>
              <a:rPr lang="vi-VN" sz="1400" dirty="0">
                <a:solidFill>
                  <a:schemeClr val="accent2"/>
                </a:solidFill>
                <a:latin typeface="+mj-lt"/>
              </a:rPr>
              <a:t>TOP 3 LỖI CHO TỪNG MODEL </a:t>
            </a:r>
            <a:r>
              <a:rPr lang="vi-VN" sz="1400" i="1" dirty="0">
                <a:solidFill>
                  <a:schemeClr val="accent2"/>
                </a:solidFill>
                <a:latin typeface="+mj-lt"/>
              </a:rPr>
              <a:t>(trong top 5 model)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3A86C377-B452-22D7-098F-10D666A7ACCC}"/>
              </a:ext>
            </a:extLst>
          </p:cNvPr>
          <p:cNvSpPr txBox="1"/>
          <p:nvPr/>
        </p:nvSpPr>
        <p:spPr>
          <a:xfrm>
            <a:off x="4137391" y="713341"/>
            <a:ext cx="3168901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vi-VN" sz="1200" i="1" u="sng" dirty="0">
                <a:latin typeface="+mj-lt"/>
              </a:rPr>
              <a:t>**Lưu ý: Chọn trường Model thay vì Model 2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B138021A-573D-5BF5-5938-A08E19DED76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4714" y="1072386"/>
            <a:ext cx="3450524" cy="1628734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9A9572DF-2B03-7D83-A6F8-221F5092F74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16024" y="951412"/>
            <a:ext cx="2640804" cy="1979306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4256B1A8-2CAF-483C-7456-C48B7536336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733751" y="1641378"/>
            <a:ext cx="4349177" cy="737050"/>
          </a:xfrm>
          <a:prstGeom prst="rect">
            <a:avLst/>
          </a:prstGeom>
        </p:spPr>
      </p:pic>
      <p:sp>
        <p:nvSpPr>
          <p:cNvPr id="18" name="Arrow: Right 17">
            <a:extLst>
              <a:ext uri="{FF2B5EF4-FFF2-40B4-BE49-F238E27FC236}">
                <a16:creationId xmlns:a16="http://schemas.microsoft.com/office/drawing/2014/main" id="{C48DFCB0-9B07-BE20-337F-4B997FDFF728}"/>
              </a:ext>
            </a:extLst>
          </p:cNvPr>
          <p:cNvSpPr/>
          <p:nvPr/>
        </p:nvSpPr>
        <p:spPr>
          <a:xfrm>
            <a:off x="7081983" y="1904824"/>
            <a:ext cx="526612" cy="172122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vi-VN">
              <a:latin typeface="+mj-lt"/>
            </a:endParaRP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4D3A70C3-3595-0F16-1393-49A3D13AA233}"/>
              </a:ext>
            </a:extLst>
          </p:cNvPr>
          <p:cNvSpPr txBox="1"/>
          <p:nvPr/>
        </p:nvSpPr>
        <p:spPr>
          <a:xfrm>
            <a:off x="713580" y="3343499"/>
            <a:ext cx="2976252" cy="400110"/>
          </a:xfrm>
          <a:prstGeom prst="rect">
            <a:avLst/>
          </a:prstGeom>
          <a:solidFill>
            <a:schemeClr val="tx2"/>
          </a:solidFill>
        </p:spPr>
        <p:txBody>
          <a:bodyPr wrap="square" rtlCol="0">
            <a:spAutoFit/>
          </a:bodyPr>
          <a:lstStyle/>
          <a:p>
            <a:pPr algn="ctr"/>
            <a:r>
              <a:rPr lang="vi-VN" sz="2000" b="1" dirty="0">
                <a:solidFill>
                  <a:schemeClr val="bg1"/>
                </a:solidFill>
              </a:rPr>
              <a:t>XỬ LÍ DỮ LIỆU HFPA 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31EA7609-3FA3-A66F-56DF-B26A82B88952}"/>
              </a:ext>
            </a:extLst>
          </p:cNvPr>
          <p:cNvSpPr txBox="1"/>
          <p:nvPr/>
        </p:nvSpPr>
        <p:spPr>
          <a:xfrm>
            <a:off x="229124" y="3869204"/>
            <a:ext cx="346719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vi-VN" sz="1400" dirty="0">
                <a:latin typeface="+mj-lt"/>
              </a:rPr>
              <a:t>Từ dữ liệu gốc HFPA, </a:t>
            </a:r>
          </a:p>
          <a:p>
            <a:pPr algn="ctr"/>
            <a:r>
              <a:rPr lang="vi-VN" sz="1400" b="1" i="1" dirty="0">
                <a:solidFill>
                  <a:schemeClr val="accent2"/>
                </a:solidFill>
                <a:latin typeface="+mj-lt"/>
              </a:rPr>
              <a:t>lọc ra 5 model trong top</a:t>
            </a:r>
            <a:r>
              <a:rPr lang="vi-VN" sz="1400" dirty="0">
                <a:latin typeface="+mj-lt"/>
              </a:rPr>
              <a:t> và </a:t>
            </a:r>
            <a:r>
              <a:rPr lang="vi-VN" sz="1400" b="1" i="1" dirty="0">
                <a:solidFill>
                  <a:schemeClr val="accent2"/>
                </a:solidFill>
                <a:latin typeface="+mj-lt"/>
              </a:rPr>
              <a:t>lọc ra chỉ Fail</a:t>
            </a:r>
          </a:p>
        </p:txBody>
      </p:sp>
      <p:sp>
        <p:nvSpPr>
          <p:cNvPr id="29" name="Arrow: Right 28">
            <a:extLst>
              <a:ext uri="{FF2B5EF4-FFF2-40B4-BE49-F238E27FC236}">
                <a16:creationId xmlns:a16="http://schemas.microsoft.com/office/drawing/2014/main" id="{00E0ACFF-C47D-9954-6F12-0AE8562A997F}"/>
              </a:ext>
            </a:extLst>
          </p:cNvPr>
          <p:cNvSpPr/>
          <p:nvPr/>
        </p:nvSpPr>
        <p:spPr>
          <a:xfrm>
            <a:off x="7824551" y="4367269"/>
            <a:ext cx="526612" cy="172122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vi-VN">
              <a:latin typeface="+mj-lt"/>
            </a:endParaRP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17189395-B161-7172-E29C-AB0B8FB7CF7C}"/>
              </a:ext>
            </a:extLst>
          </p:cNvPr>
          <p:cNvSpPr txBox="1"/>
          <p:nvPr/>
        </p:nvSpPr>
        <p:spPr>
          <a:xfrm>
            <a:off x="4779492" y="3142949"/>
            <a:ext cx="2793731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vi-VN" sz="1400" dirty="0">
                <a:latin typeface="+mj-lt"/>
              </a:rPr>
              <a:t>Copy dữ liệu đã lọc sang sheet mới</a:t>
            </a:r>
            <a:br>
              <a:rPr lang="vi-VN" sz="1400" dirty="0">
                <a:latin typeface="+mj-lt"/>
              </a:rPr>
            </a:br>
            <a:r>
              <a:rPr lang="vi-VN" sz="1400" dirty="0">
                <a:latin typeface="+mj-lt"/>
              </a:rPr>
              <a:t>(để pivot dễ và nhanh hơn)</a:t>
            </a:r>
            <a:endParaRPr lang="vi-VN" sz="1400" i="1" dirty="0">
              <a:solidFill>
                <a:schemeClr val="accent2"/>
              </a:solidFill>
              <a:latin typeface="+mj-lt"/>
            </a:endParaRPr>
          </a:p>
        </p:txBody>
      </p:sp>
      <p:sp>
        <p:nvSpPr>
          <p:cNvPr id="43" name="Arrow: Right 42">
            <a:extLst>
              <a:ext uri="{FF2B5EF4-FFF2-40B4-BE49-F238E27FC236}">
                <a16:creationId xmlns:a16="http://schemas.microsoft.com/office/drawing/2014/main" id="{2AF4B271-73F1-32F5-A2BB-522412691C51}"/>
              </a:ext>
            </a:extLst>
          </p:cNvPr>
          <p:cNvSpPr/>
          <p:nvPr/>
        </p:nvSpPr>
        <p:spPr>
          <a:xfrm>
            <a:off x="4076368" y="4413585"/>
            <a:ext cx="526612" cy="172122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vi-VN">
              <a:latin typeface="+mj-lt"/>
            </a:endParaRPr>
          </a:p>
        </p:txBody>
      </p:sp>
      <p:pic>
        <p:nvPicPr>
          <p:cNvPr id="45" name="Picture 44">
            <a:extLst>
              <a:ext uri="{FF2B5EF4-FFF2-40B4-BE49-F238E27FC236}">
                <a16:creationId xmlns:a16="http://schemas.microsoft.com/office/drawing/2014/main" id="{CA9507BA-03CC-1692-FBBE-3DC484A8BF7C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3070" y="4367269"/>
            <a:ext cx="3964235" cy="1381950"/>
          </a:xfrm>
          <a:prstGeom prst="rect">
            <a:avLst/>
          </a:prstGeom>
        </p:spPr>
      </p:pic>
      <p:pic>
        <p:nvPicPr>
          <p:cNvPr id="47" name="Picture 46">
            <a:extLst>
              <a:ext uri="{FF2B5EF4-FFF2-40B4-BE49-F238E27FC236}">
                <a16:creationId xmlns:a16="http://schemas.microsoft.com/office/drawing/2014/main" id="{428CF952-8F7E-75CB-B32E-B1E56CB609C2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716624" y="3666169"/>
            <a:ext cx="2955220" cy="1188287"/>
          </a:xfrm>
          <a:prstGeom prst="rect">
            <a:avLst/>
          </a:prstGeom>
        </p:spPr>
      </p:pic>
      <p:cxnSp>
        <p:nvCxnSpPr>
          <p:cNvPr id="49" name="Straight Connector 48">
            <a:extLst>
              <a:ext uri="{FF2B5EF4-FFF2-40B4-BE49-F238E27FC236}">
                <a16:creationId xmlns:a16="http://schemas.microsoft.com/office/drawing/2014/main" id="{8A6F28E3-4DA3-8D92-E94D-1EB9990A365C}"/>
              </a:ext>
            </a:extLst>
          </p:cNvPr>
          <p:cNvCxnSpPr/>
          <p:nvPr/>
        </p:nvCxnSpPr>
        <p:spPr>
          <a:xfrm>
            <a:off x="0" y="3133619"/>
            <a:ext cx="12192000" cy="0"/>
          </a:xfrm>
          <a:prstGeom prst="line">
            <a:avLst/>
          </a:prstGeom>
          <a:ln w="19050" cap="flat" cmpd="sng" algn="ctr">
            <a:solidFill>
              <a:schemeClr val="accent1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pic>
        <p:nvPicPr>
          <p:cNvPr id="51" name="Picture 50">
            <a:extLst>
              <a:ext uri="{FF2B5EF4-FFF2-40B4-BE49-F238E27FC236}">
                <a16:creationId xmlns:a16="http://schemas.microsoft.com/office/drawing/2014/main" id="{18115500-9969-D37F-0F49-812C9514A548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656652" y="4049548"/>
            <a:ext cx="3168902" cy="1925660"/>
          </a:xfrm>
          <a:prstGeom prst="rect">
            <a:avLst/>
          </a:prstGeom>
        </p:spPr>
      </p:pic>
      <p:sp>
        <p:nvSpPr>
          <p:cNvPr id="53" name="TextBox 52">
            <a:extLst>
              <a:ext uri="{FF2B5EF4-FFF2-40B4-BE49-F238E27FC236}">
                <a16:creationId xmlns:a16="http://schemas.microsoft.com/office/drawing/2014/main" id="{3AEC823C-60B2-6808-3EC8-BDC6F5B4EA66}"/>
              </a:ext>
            </a:extLst>
          </p:cNvPr>
          <p:cNvSpPr txBox="1"/>
          <p:nvPr/>
        </p:nvSpPr>
        <p:spPr>
          <a:xfrm>
            <a:off x="7880510" y="3221843"/>
            <a:ext cx="4427857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vi-VN" sz="1400" dirty="0">
                <a:latin typeface="+mj-lt"/>
              </a:rPr>
              <a:t>Từ sheet mới, Pivot ra </a:t>
            </a:r>
            <a:r>
              <a:rPr lang="vi-VN" sz="1400" dirty="0">
                <a:solidFill>
                  <a:schemeClr val="accent2"/>
                </a:solidFill>
                <a:latin typeface="+mj-lt"/>
              </a:rPr>
              <a:t>TOP 3 LỖI CỦA TỪNG MODEL</a:t>
            </a:r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C0BFD697-C94D-4CA1-CD2A-C7FBB4B21B60}"/>
              </a:ext>
            </a:extLst>
          </p:cNvPr>
          <p:cNvSpPr txBox="1"/>
          <p:nvPr/>
        </p:nvSpPr>
        <p:spPr>
          <a:xfrm>
            <a:off x="8173839" y="3424510"/>
            <a:ext cx="413452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vi-VN" sz="1200" i="1" u="sng" dirty="0">
                <a:latin typeface="+mj-lt"/>
              </a:rPr>
              <a:t>**Lưu ý: cứ tick tất cả lỗi vào, nếu lỗi nào không có dữ liệu (khiến bảng pivot bị lỗi) sẽ nằm ở mục Row, cứ kéo ra là được, chú ý kiểm tra Value của lỗi  phải là Sum cho tất cả</a:t>
            </a:r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DA76460A-F02D-C122-674E-FBE308AD7F2A}"/>
              </a:ext>
            </a:extLst>
          </p:cNvPr>
          <p:cNvSpPr txBox="1"/>
          <p:nvPr/>
        </p:nvSpPr>
        <p:spPr>
          <a:xfrm>
            <a:off x="7916548" y="1354011"/>
            <a:ext cx="404686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vi-VN" sz="1400" dirty="0">
                <a:latin typeface="+mj-lt"/>
              </a:rPr>
              <a:t>Copy dữ liệu ra</a:t>
            </a:r>
          </a:p>
        </p:txBody>
      </p:sp>
      <p:pic>
        <p:nvPicPr>
          <p:cNvPr id="61" name="Picture 60">
            <a:extLst>
              <a:ext uri="{FF2B5EF4-FFF2-40B4-BE49-F238E27FC236}">
                <a16:creationId xmlns:a16="http://schemas.microsoft.com/office/drawing/2014/main" id="{999336AE-E0C9-AB87-884C-8C83D2CF1E9E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283001" y="5862702"/>
            <a:ext cx="4127956" cy="832010"/>
          </a:xfrm>
          <a:prstGeom prst="rect">
            <a:avLst/>
          </a:prstGeom>
        </p:spPr>
      </p:pic>
      <p:sp>
        <p:nvSpPr>
          <p:cNvPr id="63" name="Arrow: Bent-Up 62">
            <a:extLst>
              <a:ext uri="{FF2B5EF4-FFF2-40B4-BE49-F238E27FC236}">
                <a16:creationId xmlns:a16="http://schemas.microsoft.com/office/drawing/2014/main" id="{0E520B5C-CDC0-36E9-4566-1A47B9611A55}"/>
              </a:ext>
            </a:extLst>
          </p:cNvPr>
          <p:cNvSpPr/>
          <p:nvPr/>
        </p:nvSpPr>
        <p:spPr>
          <a:xfrm rot="16200000" flipH="1">
            <a:off x="8711367" y="5723983"/>
            <a:ext cx="706889" cy="1269492"/>
          </a:xfrm>
          <a:prstGeom prst="bentUpArrow">
            <a:avLst>
              <a:gd name="adj1" fmla="val 6918"/>
              <a:gd name="adj2" fmla="val 12046"/>
              <a:gd name="adj3" fmla="val 9093"/>
            </a:avLst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vi-VN"/>
          </a:p>
        </p:txBody>
      </p:sp>
      <p:sp>
        <p:nvSpPr>
          <p:cNvPr id="65" name="TextBox 64">
            <a:extLst>
              <a:ext uri="{FF2B5EF4-FFF2-40B4-BE49-F238E27FC236}">
                <a16:creationId xmlns:a16="http://schemas.microsoft.com/office/drawing/2014/main" id="{49FA466A-1C9D-7697-F689-67C4AA3184E5}"/>
              </a:ext>
            </a:extLst>
          </p:cNvPr>
          <p:cNvSpPr txBox="1"/>
          <p:nvPr/>
        </p:nvSpPr>
        <p:spPr>
          <a:xfrm>
            <a:off x="4220959" y="5585118"/>
            <a:ext cx="404686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vi-VN" sz="1400" dirty="0">
                <a:latin typeface="+mj-lt"/>
              </a:rPr>
              <a:t>Copy dữ liệu ra</a:t>
            </a:r>
          </a:p>
        </p:txBody>
      </p:sp>
    </p:spTree>
    <p:extLst>
      <p:ext uri="{BB962C8B-B14F-4D97-AF65-F5344CB8AC3E}">
        <p14:creationId xmlns:p14="http://schemas.microsoft.com/office/powerpoint/2010/main" val="161105366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F7D2F6F-17D2-A68D-C04F-14401715817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ED7E82A7-FC34-5FD9-4EAA-564F106D8240}"/>
              </a:ext>
            </a:extLst>
          </p:cNvPr>
          <p:cNvSpPr txBox="1"/>
          <p:nvPr/>
        </p:nvSpPr>
        <p:spPr>
          <a:xfrm>
            <a:off x="453892" y="515813"/>
            <a:ext cx="4790788" cy="371127"/>
          </a:xfrm>
          <a:prstGeom prst="rect">
            <a:avLst/>
          </a:prstGeom>
          <a:solidFill>
            <a:schemeClr val="tx2"/>
          </a:solidFill>
        </p:spPr>
        <p:txBody>
          <a:bodyPr wrap="square" rtlCol="0">
            <a:spAutoFit/>
          </a:bodyPr>
          <a:lstStyle/>
          <a:p>
            <a:pPr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lang="en-US" sz="2000" b="1" dirty="0">
                <a:solidFill>
                  <a:schemeClr val="bg1"/>
                </a:solidFill>
              </a:rPr>
              <a:t>COPY DỮ LIỆU XỬ LÍ SANG FILE TỔNG</a:t>
            </a:r>
          </a:p>
        </p:txBody>
      </p:sp>
      <p:pic>
        <p:nvPicPr>
          <p:cNvPr id="32" name="Picture 31">
            <a:extLst>
              <a:ext uri="{FF2B5EF4-FFF2-40B4-BE49-F238E27FC236}">
                <a16:creationId xmlns:a16="http://schemas.microsoft.com/office/drawing/2014/main" id="{4642E53F-7E6D-794C-6FCA-A9A4867A082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4898" y="1168830"/>
            <a:ext cx="5767450" cy="2514693"/>
          </a:xfrm>
          <a:prstGeom prst="rect">
            <a:avLst/>
          </a:prstGeom>
        </p:spPr>
      </p:pic>
      <p:pic>
        <p:nvPicPr>
          <p:cNvPr id="34" name="Picture 33">
            <a:extLst>
              <a:ext uri="{FF2B5EF4-FFF2-40B4-BE49-F238E27FC236}">
                <a16:creationId xmlns:a16="http://schemas.microsoft.com/office/drawing/2014/main" id="{2764A545-E14F-7EF2-E407-262C7630FE1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849286" y="3876176"/>
            <a:ext cx="7133699" cy="2624461"/>
          </a:xfrm>
          <a:prstGeom prst="rect">
            <a:avLst/>
          </a:prstGeom>
        </p:spPr>
      </p:pic>
      <p:pic>
        <p:nvPicPr>
          <p:cNvPr id="38" name="Picture 37">
            <a:extLst>
              <a:ext uri="{FF2B5EF4-FFF2-40B4-BE49-F238E27FC236}">
                <a16:creationId xmlns:a16="http://schemas.microsoft.com/office/drawing/2014/main" id="{2BAC26EB-4A8C-EE40-DC33-90F79B4B0C0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96000" y="1167074"/>
            <a:ext cx="5767451" cy="25164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3449421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1C977D92-D176-2C23-B496-69642EB022C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40" name="Rectangle 39">
            <a:extLst>
              <a:ext uri="{FF2B5EF4-FFF2-40B4-BE49-F238E27FC236}">
                <a16:creationId xmlns:a16="http://schemas.microsoft.com/office/drawing/2014/main" id="{E18F6E8B-15ED-43C7-94BA-91549A651C7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999" cy="685736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B2FAB9FD-C383-15BB-C5D4-D1EF12DF86F3}"/>
              </a:ext>
            </a:extLst>
          </p:cNvPr>
          <p:cNvSpPr txBox="1"/>
          <p:nvPr/>
        </p:nvSpPr>
        <p:spPr>
          <a:xfrm>
            <a:off x="1113810" y="3023754"/>
            <a:ext cx="4900144" cy="2736965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pPr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lang="en-US" sz="5400" b="1">
                <a:latin typeface="+mj-lt"/>
                <a:ea typeface="+mj-ea"/>
                <a:cs typeface="+mj-cs"/>
              </a:rPr>
              <a:t>COPY DỮ LIỆU XỬ LÍ SANG FILE TỔNG</a:t>
            </a:r>
          </a:p>
        </p:txBody>
      </p:sp>
      <p:grpSp>
        <p:nvGrpSpPr>
          <p:cNvPr id="42" name="Group 41">
            <a:extLst>
              <a:ext uri="{FF2B5EF4-FFF2-40B4-BE49-F238E27FC236}">
                <a16:creationId xmlns:a16="http://schemas.microsoft.com/office/drawing/2014/main" id="{032D8612-31EB-44CF-A1D0-14FD4C70542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3048031"/>
            <a:ext cx="731521" cy="673460"/>
            <a:chOff x="3940602" y="308034"/>
            <a:chExt cx="2116791" cy="3428999"/>
          </a:xfrm>
          <a:solidFill>
            <a:schemeClr val="accent4"/>
          </a:solidFill>
        </p:grpSpPr>
        <p:sp>
          <p:nvSpPr>
            <p:cNvPr id="33" name="Rectangle 32">
              <a:extLst>
                <a:ext uri="{FF2B5EF4-FFF2-40B4-BE49-F238E27FC236}">
                  <a16:creationId xmlns:a16="http://schemas.microsoft.com/office/drawing/2014/main" id="{F19A4A0F-1B59-4DB0-9764-D10936E9877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940602" y="308034"/>
              <a:ext cx="566743" cy="34289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3" name="Rectangle 42">
              <a:extLst>
                <a:ext uri="{FF2B5EF4-FFF2-40B4-BE49-F238E27FC236}">
                  <a16:creationId xmlns:a16="http://schemas.microsoft.com/office/drawing/2014/main" id="{F399A70F-F8CD-4992-9EF5-6CF15472E73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4715626" y="308034"/>
              <a:ext cx="566743" cy="34289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5" name="Rectangle 34">
              <a:extLst>
                <a:ext uri="{FF2B5EF4-FFF2-40B4-BE49-F238E27FC236}">
                  <a16:creationId xmlns:a16="http://schemas.microsoft.com/office/drawing/2014/main" id="{48F4FEDC-6D80-458C-A665-075D9B9500F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490650" y="308034"/>
              <a:ext cx="566743" cy="34289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37" name="Rectangle 36">
            <a:extLst>
              <a:ext uri="{FF2B5EF4-FFF2-40B4-BE49-F238E27FC236}">
                <a16:creationId xmlns:a16="http://schemas.microsoft.com/office/drawing/2014/main" id="{B81933D1-5615-42C7-9C0B-4EB7105CCE2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10697670" y="0"/>
            <a:ext cx="1494330" cy="68580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9" name="Rectangle 38">
            <a:extLst>
              <a:ext uri="{FF2B5EF4-FFF2-40B4-BE49-F238E27FC236}">
                <a16:creationId xmlns:a16="http://schemas.microsoft.com/office/drawing/2014/main" id="{B089A89A-1E9C-4761-9DFF-53C275FBF87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858000" y="257770"/>
            <a:ext cx="4837176" cy="2979964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FA575F3F-E1D4-633E-6090-EB12FC00F66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14162" y="855752"/>
            <a:ext cx="4324849" cy="1783999"/>
          </a:xfrm>
          <a:prstGeom prst="rect">
            <a:avLst/>
          </a:prstGeom>
        </p:spPr>
      </p:pic>
      <p:sp>
        <p:nvSpPr>
          <p:cNvPr id="41" name="Rectangle 40">
            <a:extLst>
              <a:ext uri="{FF2B5EF4-FFF2-40B4-BE49-F238E27FC236}">
                <a16:creationId xmlns:a16="http://schemas.microsoft.com/office/drawing/2014/main" id="{19C9EAEA-39D0-4B0E-A0EB-51E7B26740B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858000" y="3462252"/>
            <a:ext cx="4837176" cy="2979964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54AE11C7-EDD3-67AD-3CF7-BEEA4C58A7B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14162" y="4265664"/>
            <a:ext cx="4324849" cy="1373139"/>
          </a:xfrm>
          <a:prstGeom prst="rect">
            <a:avLst/>
          </a:prstGeom>
        </p:spPr>
      </p:pic>
      <p:pic>
        <p:nvPicPr>
          <p:cNvPr id="28" name="Picture 27">
            <a:extLst>
              <a:ext uri="{FF2B5EF4-FFF2-40B4-BE49-F238E27FC236}">
                <a16:creationId xmlns:a16="http://schemas.microsoft.com/office/drawing/2014/main" id="{51C40815-32CF-E91B-17B5-49BAF52E248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652965" y="2894030"/>
            <a:ext cx="5425225" cy="236566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7499142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268</TotalTime>
  <Words>516</Words>
  <Application>Microsoft Office PowerPoint</Application>
  <PresentationFormat>Widescreen</PresentationFormat>
  <Paragraphs>39</Paragraphs>
  <Slides>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1" baseType="lpstr">
      <vt:lpstr>Aptos</vt:lpstr>
      <vt:lpstr>Aptos Display</vt:lpstr>
      <vt:lpstr>Arial</vt:lpstr>
      <vt:lpstr>Times New Roman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Minh Thuong Phan</dc:creator>
  <cp:lastModifiedBy>Minh Thuong Phan</cp:lastModifiedBy>
  <cp:revision>1</cp:revision>
  <dcterms:created xsi:type="dcterms:W3CDTF">2026-08-19T02:03:27Z</dcterms:created>
  <dcterms:modified xsi:type="dcterms:W3CDTF">2026-08-19T08:19:39Z</dcterms:modified>
</cp:coreProperties>
</file>