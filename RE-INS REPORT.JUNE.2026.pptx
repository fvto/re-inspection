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charts/chart1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71" r:id="rId2"/>
    <p:sldId id="324" r:id="rId3"/>
    <p:sldId id="330" r:id="rId4"/>
    <p:sldId id="331" r:id="rId5"/>
    <p:sldId id="323" r:id="rId6"/>
  </p:sldIdLst>
  <p:sldSz cx="12192000" cy="6858000"/>
  <p:notesSz cx="6858000" cy="9144000"/>
  <p:embeddedFontLst>
    <p:embeddedFont>
      <p:font typeface="Angsana New" panose="02020603050405020304" pitchFamily="18" charset="-34"/>
      <p:regular r:id="rId8"/>
      <p:bold r:id="rId9"/>
      <p:italic r:id="rId10"/>
      <p:boldItalic r:id="rId11"/>
    </p:embeddedFont>
    <p:embeddedFont>
      <p:font typeface="Montserrat Bold" panose="020B0604020202020204" charset="0"/>
      <p:bold r:id="rId12"/>
    </p:embeddedFont>
    <p:embeddedFont>
      <p:font typeface="Open Sans Bold" panose="020B0604020202020204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7" userDrawn="1">
          <p15:clr>
            <a:srgbClr val="A4A3A4"/>
          </p15:clr>
        </p15:guide>
        <p15:guide id="2" pos="1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953735"/>
    <a:srgbClr val="4F6228"/>
    <a:srgbClr val="4F7FBD"/>
    <a:srgbClr val="EAD700"/>
    <a:srgbClr val="3CE263"/>
    <a:srgbClr val="403152"/>
    <a:srgbClr val="11431C"/>
    <a:srgbClr val="D99694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8" autoAdjust="0"/>
    <p:restoredTop sz="86450" autoAdjust="0"/>
  </p:normalViewPr>
  <p:slideViewPr>
    <p:cSldViewPr showGuides="1">
      <p:cViewPr>
        <p:scale>
          <a:sx n="75" d="100"/>
          <a:sy n="75" d="100"/>
        </p:scale>
        <p:origin x="89" y="-89"/>
      </p:cViewPr>
      <p:guideLst>
        <p:guide orient="horz" pos="1327"/>
        <p:guide pos="1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4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Thuong Phan" userId="3bc5099f51bb3828" providerId="LiveId" clId="{84D22F07-7720-4130-9AC9-FADDB0D37658}"/>
    <pc:docChg chg="undo redo custSel addSld delSld modSld">
      <pc:chgData name="Minh Thuong Phan" userId="3bc5099f51bb3828" providerId="LiveId" clId="{84D22F07-7720-4130-9AC9-FADDB0D37658}" dt="2026-07-06T03:52:20.818" v="5132" actId="207"/>
      <pc:docMkLst>
        <pc:docMk/>
      </pc:docMkLst>
      <pc:sldChg chg="modSp mod">
        <pc:chgData name="Minh Thuong Phan" userId="3bc5099f51bb3828" providerId="LiveId" clId="{84D22F07-7720-4130-9AC9-FADDB0D37658}" dt="2026-07-06T01:50:17.374" v="4680" actId="20577"/>
        <pc:sldMkLst>
          <pc:docMk/>
          <pc:sldMk cId="0" sldId="271"/>
        </pc:sldMkLst>
        <pc:spChg chg="mod">
          <ac:chgData name="Minh Thuong Phan" userId="3bc5099f51bb3828" providerId="LiveId" clId="{84D22F07-7720-4130-9AC9-FADDB0D37658}" dt="2026-07-06T01:50:17.374" v="4680" actId="20577"/>
          <ac:spMkLst>
            <pc:docMk/>
            <pc:sldMk cId="0" sldId="271"/>
            <ac:spMk id="40" creationId="{00000000-0000-0000-0000-000000000000}"/>
          </ac:spMkLst>
        </pc:spChg>
      </pc:sldChg>
      <pc:sldChg chg="addSp delSp modSp mod setBg">
        <pc:chgData name="Minh Thuong Phan" userId="3bc5099f51bb3828" providerId="LiveId" clId="{84D22F07-7720-4130-9AC9-FADDB0D37658}" dt="2026-07-06T01:59:25.808" v="4794" actId="20577"/>
        <pc:sldMkLst>
          <pc:docMk/>
          <pc:sldMk cId="0" sldId="324"/>
        </pc:sldMkLst>
        <pc:spChg chg="mod">
          <ac:chgData name="Minh Thuong Phan" userId="3bc5099f51bb3828" providerId="LiveId" clId="{84D22F07-7720-4130-9AC9-FADDB0D37658}" dt="2026-07-05T16:37:37.024" v="4540" actId="20577"/>
          <ac:spMkLst>
            <pc:docMk/>
            <pc:sldMk cId="0" sldId="324"/>
            <ac:spMk id="4" creationId="{00000000-0000-0000-0000-000000000000}"/>
          </ac:spMkLst>
        </pc:spChg>
        <pc:spChg chg="mod">
          <ac:chgData name="Minh Thuong Phan" userId="3bc5099f51bb3828" providerId="LiveId" clId="{84D22F07-7720-4130-9AC9-FADDB0D37658}" dt="2026-07-05T16:37:20.664" v="4528" actId="20577"/>
          <ac:spMkLst>
            <pc:docMk/>
            <pc:sldMk cId="0" sldId="324"/>
            <ac:spMk id="7" creationId="{00000000-0000-0000-0000-000000000000}"/>
          </ac:spMkLst>
        </pc:spChg>
        <pc:spChg chg="mod">
          <ac:chgData name="Minh Thuong Phan" userId="3bc5099f51bb3828" providerId="LiveId" clId="{84D22F07-7720-4130-9AC9-FADDB0D37658}" dt="2026-07-05T16:37:25.294" v="4530" actId="20577"/>
          <ac:spMkLst>
            <pc:docMk/>
            <pc:sldMk cId="0" sldId="324"/>
            <ac:spMk id="9" creationId="{00000000-0000-0000-0000-000000000000}"/>
          </ac:spMkLst>
        </pc:spChg>
        <pc:spChg chg="mod">
          <ac:chgData name="Minh Thuong Phan" userId="3bc5099f51bb3828" providerId="LiveId" clId="{84D22F07-7720-4130-9AC9-FADDB0D37658}" dt="2026-07-05T16:38:04.038" v="4553" actId="20577"/>
          <ac:spMkLst>
            <pc:docMk/>
            <pc:sldMk cId="0" sldId="324"/>
            <ac:spMk id="10" creationId="{00000000-0000-0000-0000-000000000000}"/>
          </ac:spMkLst>
        </pc:spChg>
        <pc:spChg chg="mod">
          <ac:chgData name="Minh Thuong Phan" userId="3bc5099f51bb3828" providerId="LiveId" clId="{84D22F07-7720-4130-9AC9-FADDB0D37658}" dt="2026-07-06T01:50:37.836" v="4694" actId="20577"/>
          <ac:spMkLst>
            <pc:docMk/>
            <pc:sldMk cId="0" sldId="324"/>
            <ac:spMk id="14" creationId="{00000000-0000-0000-0000-000000000000}"/>
          </ac:spMkLst>
        </pc:spChg>
        <pc:spChg chg="mod">
          <ac:chgData name="Minh Thuong Phan" userId="3bc5099f51bb3828" providerId="LiveId" clId="{84D22F07-7720-4130-9AC9-FADDB0D37658}" dt="2026-07-05T16:37:55.027" v="4549" actId="20577"/>
          <ac:spMkLst>
            <pc:docMk/>
            <pc:sldMk cId="0" sldId="324"/>
            <ac:spMk id="17" creationId="{00000000-0000-0000-0000-000000000000}"/>
          </ac:spMkLst>
        </pc:spChg>
        <pc:spChg chg="mod">
          <ac:chgData name="Minh Thuong Phan" userId="3bc5099f51bb3828" providerId="LiveId" clId="{84D22F07-7720-4130-9AC9-FADDB0D37658}" dt="2026-07-05T16:37:48.864" v="4545" actId="20577"/>
          <ac:spMkLst>
            <pc:docMk/>
            <pc:sldMk cId="0" sldId="324"/>
            <ac:spMk id="18" creationId="{00000000-0000-0000-0000-000000000000}"/>
          </ac:spMkLst>
        </pc:spChg>
        <pc:spChg chg="mod">
          <ac:chgData name="Minh Thuong Phan" userId="3bc5099f51bb3828" providerId="LiveId" clId="{84D22F07-7720-4130-9AC9-FADDB0D37658}" dt="2026-07-05T16:37:33.834" v="4536" actId="20577"/>
          <ac:spMkLst>
            <pc:docMk/>
            <pc:sldMk cId="0" sldId="324"/>
            <ac:spMk id="64" creationId="{00000000-0000-0000-0000-000000000000}"/>
          </ac:spMkLst>
        </pc:spChg>
        <pc:graphicFrameChg chg="mod">
          <ac:chgData name="Minh Thuong Phan" userId="3bc5099f51bb3828" providerId="LiveId" clId="{84D22F07-7720-4130-9AC9-FADDB0D37658}" dt="2026-07-06T01:51:10.705" v="4703"/>
          <ac:graphicFrameMkLst>
            <pc:docMk/>
            <pc:sldMk cId="0" sldId="324"/>
            <ac:graphicFrameMk id="2" creationId="{00000000-0000-0000-0000-000000000000}"/>
          </ac:graphicFrameMkLst>
        </pc:graphicFrameChg>
        <pc:graphicFrameChg chg="add del mod">
          <ac:chgData name="Minh Thuong Phan" userId="3bc5099f51bb3828" providerId="LiveId" clId="{84D22F07-7720-4130-9AC9-FADDB0D37658}" dt="2026-07-05T16:51:34.025" v="4614" actId="478"/>
          <ac:graphicFrameMkLst>
            <pc:docMk/>
            <pc:sldMk cId="0" sldId="324"/>
            <ac:graphicFrameMk id="3" creationId="{03C14AAF-5D85-456A-CC6C-80300DAE3D3D}"/>
          </ac:graphicFrameMkLst>
        </pc:graphicFrameChg>
        <pc:graphicFrameChg chg="mod">
          <ac:chgData name="Minh Thuong Phan" userId="3bc5099f51bb3828" providerId="LiveId" clId="{84D22F07-7720-4130-9AC9-FADDB0D37658}" dt="2026-07-06T01:53:56.479" v="4747"/>
          <ac:graphicFrameMkLst>
            <pc:docMk/>
            <pc:sldMk cId="0" sldId="324"/>
            <ac:graphicFrameMk id="5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7-06T01:55:18.859" v="4771" actId="20577"/>
          <ac:graphicFrameMkLst>
            <pc:docMk/>
            <pc:sldMk cId="0" sldId="324"/>
            <ac:graphicFrameMk id="8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7-06T01:59:25.808" v="4794" actId="20577"/>
          <ac:graphicFrameMkLst>
            <pc:docMk/>
            <pc:sldMk cId="0" sldId="324"/>
            <ac:graphicFrameMk id="11" creationId="{00000000-0000-0000-0000-000000000000}"/>
          </ac:graphicFrameMkLst>
        </pc:graphicFrameChg>
        <pc:graphicFrameChg chg="add mod modGraphic">
          <ac:chgData name="Minh Thuong Phan" userId="3bc5099f51bb3828" providerId="LiveId" clId="{84D22F07-7720-4130-9AC9-FADDB0D37658}" dt="2026-07-05T16:41:02.718" v="4557"/>
          <ac:graphicFrameMkLst>
            <pc:docMk/>
            <pc:sldMk cId="0" sldId="324"/>
            <ac:graphicFrameMk id="19" creationId="{4FBB4AA0-EDE3-E3C2-0E7A-74CBC850D8AA}"/>
          </ac:graphicFrameMkLst>
        </pc:graphicFrameChg>
        <pc:graphicFrameChg chg="add mod modGraphic">
          <ac:chgData name="Minh Thuong Phan" userId="3bc5099f51bb3828" providerId="LiveId" clId="{84D22F07-7720-4130-9AC9-FADDB0D37658}" dt="2026-07-05T16:41:19.424" v="4560"/>
          <ac:graphicFrameMkLst>
            <pc:docMk/>
            <pc:sldMk cId="0" sldId="324"/>
            <ac:graphicFrameMk id="20" creationId="{A53AB6EF-CC7F-AB74-AC23-ADCF740FE6D2}"/>
          </ac:graphicFrameMkLst>
        </pc:graphicFrameChg>
        <pc:graphicFrameChg chg="add mod modGraphic">
          <ac:chgData name="Minh Thuong Phan" userId="3bc5099f51bb3828" providerId="LiveId" clId="{84D22F07-7720-4130-9AC9-FADDB0D37658}" dt="2026-07-05T16:42:15.818" v="4567"/>
          <ac:graphicFrameMkLst>
            <pc:docMk/>
            <pc:sldMk cId="0" sldId="324"/>
            <ac:graphicFrameMk id="23" creationId="{A08994EC-DB9C-F7E3-9B41-8D6BD5716E71}"/>
          </ac:graphicFrameMkLst>
        </pc:graphicFrameChg>
        <pc:graphicFrameChg chg="add mod modGraphic">
          <ac:chgData name="Minh Thuong Phan" userId="3bc5099f51bb3828" providerId="LiveId" clId="{84D22F07-7720-4130-9AC9-FADDB0D37658}" dt="2026-07-05T16:42:49.058" v="4571"/>
          <ac:graphicFrameMkLst>
            <pc:docMk/>
            <pc:sldMk cId="0" sldId="324"/>
            <ac:graphicFrameMk id="26" creationId="{A2BAD37C-4E07-D7AA-8BD9-0C1B06A9808F}"/>
          </ac:graphicFrameMkLst>
        </pc:graphicFrameChg>
        <pc:graphicFrameChg chg="mod">
          <ac:chgData name="Minh Thuong Phan" userId="3bc5099f51bb3828" providerId="LiveId" clId="{84D22F07-7720-4130-9AC9-FADDB0D37658}" dt="2026-07-05T16:44:36.954" v="4574"/>
          <ac:graphicFrameMkLst>
            <pc:docMk/>
            <pc:sldMk cId="0" sldId="324"/>
            <ac:graphicFrameMk id="27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7-05T16:49:04.455" v="4596"/>
          <ac:graphicFrameMkLst>
            <pc:docMk/>
            <pc:sldMk cId="0" sldId="324"/>
            <ac:graphicFrameMk id="29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7-05T16:49:31.870" v="4598"/>
          <ac:graphicFrameMkLst>
            <pc:docMk/>
            <pc:sldMk cId="0" sldId="324"/>
            <ac:graphicFrameMk id="32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7-05T16:51:15.715" v="4613"/>
          <ac:graphicFrameMkLst>
            <pc:docMk/>
            <pc:sldMk cId="0" sldId="324"/>
            <ac:graphicFrameMk id="34" creationId="{00000000-0000-0000-0000-000000000000}"/>
          </ac:graphicFrameMkLst>
        </pc:graphicFrameChg>
      </pc:sldChg>
      <pc:sldChg chg="addSp delSp modSp mod">
        <pc:chgData name="Minh Thuong Phan" userId="3bc5099f51bb3828" providerId="LiveId" clId="{84D22F07-7720-4130-9AC9-FADDB0D37658}" dt="2026-07-06T03:52:20.818" v="5132" actId="207"/>
        <pc:sldMkLst>
          <pc:docMk/>
          <pc:sldMk cId="0" sldId="330"/>
        </pc:sldMkLst>
        <pc:spChg chg="mod">
          <ac:chgData name="Minh Thuong Phan" userId="3bc5099f51bb3828" providerId="LiveId" clId="{84D22F07-7720-4130-9AC9-FADDB0D37658}" dt="2026-07-06T03:32:51.499" v="5044" actId="20577"/>
          <ac:spMkLst>
            <pc:docMk/>
            <pc:sldMk cId="0" sldId="330"/>
            <ac:spMk id="9" creationId="{A8F60325-3E3A-C1CB-61CC-26DB0CA3A73E}"/>
          </ac:spMkLst>
        </pc:spChg>
        <pc:spChg chg="mod">
          <ac:chgData name="Minh Thuong Phan" userId="3bc5099f51bb3828" providerId="LiveId" clId="{84D22F07-7720-4130-9AC9-FADDB0D37658}" dt="2026-07-06T02:00:48.097" v="4799" actId="1076"/>
          <ac:spMkLst>
            <pc:docMk/>
            <pc:sldMk cId="0" sldId="330"/>
            <ac:spMk id="10" creationId="{3C003B4B-58FC-70EA-0258-C7CEA24AEE56}"/>
          </ac:spMkLst>
        </pc:spChg>
        <pc:spChg chg="mod">
          <ac:chgData name="Minh Thuong Phan" userId="3bc5099f51bb3828" providerId="LiveId" clId="{84D22F07-7720-4130-9AC9-FADDB0D37658}" dt="2026-07-06T02:00:48.097" v="4799" actId="1076"/>
          <ac:spMkLst>
            <pc:docMk/>
            <pc:sldMk cId="0" sldId="330"/>
            <ac:spMk id="12" creationId="{4CE9BA92-AD33-B02A-7A41-15D9B44F0EB2}"/>
          </ac:spMkLst>
        </pc:spChg>
        <pc:spChg chg="mod">
          <ac:chgData name="Minh Thuong Phan" userId="3bc5099f51bb3828" providerId="LiveId" clId="{84D22F07-7720-4130-9AC9-FADDB0D37658}" dt="2026-07-06T01:50:30.597" v="4693" actId="20577"/>
          <ac:spMkLst>
            <pc:docMk/>
            <pc:sldMk cId="0" sldId="330"/>
            <ac:spMk id="16" creationId="{998D3D64-3614-491A-7B5D-D2CC35904514}"/>
          </ac:spMkLst>
        </pc:spChg>
        <pc:spChg chg="mod">
          <ac:chgData name="Minh Thuong Phan" userId="3bc5099f51bb3828" providerId="LiveId" clId="{84D22F07-7720-4130-9AC9-FADDB0D37658}" dt="2026-07-06T03:31:58.916" v="5039" actId="1076"/>
          <ac:spMkLst>
            <pc:docMk/>
            <pc:sldMk cId="0" sldId="330"/>
            <ac:spMk id="23" creationId="{50549768-1B07-5745-BD52-7473E0D90375}"/>
          </ac:spMkLst>
        </pc:spChg>
        <pc:spChg chg="mod">
          <ac:chgData name="Minh Thuong Phan" userId="3bc5099f51bb3828" providerId="LiveId" clId="{84D22F07-7720-4130-9AC9-FADDB0D37658}" dt="2026-07-06T02:00:48.097" v="4799" actId="1076"/>
          <ac:spMkLst>
            <pc:docMk/>
            <pc:sldMk cId="0" sldId="330"/>
            <ac:spMk id="29" creationId="{936F2A3C-B52E-5828-180F-B628D77FB7A2}"/>
          </ac:spMkLst>
        </pc:spChg>
        <pc:grpChg chg="mod">
          <ac:chgData name="Minh Thuong Phan" userId="3bc5099f51bb3828" providerId="LiveId" clId="{84D22F07-7720-4130-9AC9-FADDB0D37658}" dt="2026-07-06T03:33:03.053" v="5045" actId="1076"/>
          <ac:grpSpMkLst>
            <pc:docMk/>
            <pc:sldMk cId="0" sldId="330"/>
            <ac:grpSpMk id="7" creationId="{45FE6C14-042A-A0F5-B600-8D07E7D7121E}"/>
          </ac:grpSpMkLst>
        </pc:grpChg>
        <pc:graphicFrameChg chg="add del mod">
          <ac:chgData name="Minh Thuong Phan" userId="3bc5099f51bb3828" providerId="LiveId" clId="{84D22F07-7720-4130-9AC9-FADDB0D37658}" dt="2026-07-06T03:12:06.506" v="4953" actId="21"/>
          <ac:graphicFrameMkLst>
            <pc:docMk/>
            <pc:sldMk cId="0" sldId="330"/>
            <ac:graphicFrameMk id="2" creationId="{97274E3F-5FB9-93A8-9130-ED52725E9C8C}"/>
          </ac:graphicFrameMkLst>
        </pc:graphicFrameChg>
        <pc:graphicFrameChg chg="mod modGraphic">
          <ac:chgData name="Minh Thuong Phan" userId="3bc5099f51bb3828" providerId="LiveId" clId="{84D22F07-7720-4130-9AC9-FADDB0D37658}" dt="2026-07-06T03:17:38.071" v="5002" actId="1076"/>
          <ac:graphicFrameMkLst>
            <pc:docMk/>
            <pc:sldMk cId="0" sldId="330"/>
            <ac:graphicFrameMk id="3" creationId="{6627ECBC-5BFB-76CC-54E3-CDB64F612FD0}"/>
          </ac:graphicFrameMkLst>
        </pc:graphicFrameChg>
        <pc:graphicFrameChg chg="add del mod modGraphic">
          <ac:chgData name="Minh Thuong Phan" userId="3bc5099f51bb3828" providerId="LiveId" clId="{84D22F07-7720-4130-9AC9-FADDB0D37658}" dt="2026-07-06T03:12:06.506" v="4953" actId="21"/>
          <ac:graphicFrameMkLst>
            <pc:docMk/>
            <pc:sldMk cId="0" sldId="330"/>
            <ac:graphicFrameMk id="4" creationId="{4C4B9A72-01E5-FA5F-57F4-CB8C81CBDB7D}"/>
          </ac:graphicFrameMkLst>
        </pc:graphicFrameChg>
        <pc:graphicFrameChg chg="mod">
          <ac:chgData name="Minh Thuong Phan" userId="3bc5099f51bb3828" providerId="LiveId" clId="{84D22F07-7720-4130-9AC9-FADDB0D37658}" dt="2026-07-06T03:27:37.823" v="5035" actId="207"/>
          <ac:graphicFrameMkLst>
            <pc:docMk/>
            <pc:sldMk cId="0" sldId="330"/>
            <ac:graphicFrameMk id="6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7-06T03:32:10.989" v="5041" actId="207"/>
          <ac:graphicFrameMkLst>
            <pc:docMk/>
            <pc:sldMk cId="0" sldId="330"/>
            <ac:graphicFrameMk id="11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7-06T03:52:20.818" v="5132" actId="207"/>
          <ac:graphicFrameMkLst>
            <pc:docMk/>
            <pc:sldMk cId="0" sldId="330"/>
            <ac:graphicFrameMk id="13" creationId="{00000000-0000-0000-0000-000000000000}"/>
          </ac:graphicFrameMkLst>
        </pc:graphicFrameChg>
        <pc:graphicFrameChg chg="mod modGraphic">
          <ac:chgData name="Minh Thuong Phan" userId="3bc5099f51bb3828" providerId="LiveId" clId="{84D22F07-7720-4130-9AC9-FADDB0D37658}" dt="2026-07-06T03:17:31.187" v="5001" actId="1076"/>
          <ac:graphicFrameMkLst>
            <pc:docMk/>
            <pc:sldMk cId="0" sldId="330"/>
            <ac:graphicFrameMk id="14" creationId="{757AFE0B-D817-8467-C97E-DDCDA03A67D8}"/>
          </ac:graphicFrameMkLst>
        </pc:graphicFrameChg>
        <pc:graphicFrameChg chg="mod">
          <ac:chgData name="Minh Thuong Phan" userId="3bc5099f51bb3828" providerId="LiveId" clId="{84D22F07-7720-4130-9AC9-FADDB0D37658}" dt="2026-07-06T02:24:17.495" v="4838"/>
          <ac:graphicFrameMkLst>
            <pc:docMk/>
            <pc:sldMk cId="0" sldId="330"/>
            <ac:graphicFrameMk id="37" creationId="{00000000-0000-0000-0000-000000000000}"/>
          </ac:graphicFrameMkLst>
        </pc:graphicFrameChg>
        <pc:cxnChg chg="del mod">
          <ac:chgData name="Minh Thuong Phan" userId="3bc5099f51bb3828" providerId="LiveId" clId="{84D22F07-7720-4130-9AC9-FADDB0D37658}" dt="2026-07-06T03:32:27.081" v="5042" actId="478"/>
          <ac:cxnSpMkLst>
            <pc:docMk/>
            <pc:sldMk cId="0" sldId="330"/>
            <ac:cxnSpMk id="15" creationId="{31105603-E5B8-5CB1-DE0D-8CBA3DC1833A}"/>
          </ac:cxnSpMkLst>
        </pc:cxnChg>
        <pc:cxnChg chg="mod">
          <ac:chgData name="Minh Thuong Phan" userId="3bc5099f51bb3828" providerId="LiveId" clId="{84D22F07-7720-4130-9AC9-FADDB0D37658}" dt="2026-07-06T03:32:04.049" v="5040" actId="1076"/>
          <ac:cxnSpMkLst>
            <pc:docMk/>
            <pc:sldMk cId="0" sldId="330"/>
            <ac:cxnSpMk id="25" creationId="{6CEB92F8-23DE-5225-FDE3-C1B093D50168}"/>
          </ac:cxnSpMkLst>
        </pc:cxnChg>
      </pc:sldChg>
      <pc:sldChg chg="addSp delSp modSp mod">
        <pc:chgData name="Minh Thuong Phan" userId="3bc5099f51bb3828" providerId="LiveId" clId="{84D22F07-7720-4130-9AC9-FADDB0D37658}" dt="2026-07-06T03:51:41.959" v="5131" actId="20577"/>
        <pc:sldMkLst>
          <pc:docMk/>
          <pc:sldMk cId="0" sldId="331"/>
        </pc:sldMkLst>
        <pc:spChg chg="mod">
          <ac:chgData name="Minh Thuong Phan" userId="3bc5099f51bb3828" providerId="LiveId" clId="{84D22F07-7720-4130-9AC9-FADDB0D37658}" dt="2026-07-06T01:50:44.238" v="4701" actId="20577"/>
          <ac:spMkLst>
            <pc:docMk/>
            <pc:sldMk cId="0" sldId="331"/>
            <ac:spMk id="6" creationId="{3B128086-FE1F-6581-0A69-975116BADE7B}"/>
          </ac:spMkLst>
        </pc:spChg>
        <pc:spChg chg="mod">
          <ac:chgData name="Minh Thuong Phan" userId="3bc5099f51bb3828" providerId="LiveId" clId="{84D22F07-7720-4130-9AC9-FADDB0D37658}" dt="2026-07-06T02:28:51.496" v="4882" actId="571"/>
          <ac:spMkLst>
            <pc:docMk/>
            <pc:sldMk cId="0" sldId="331"/>
            <ac:spMk id="10" creationId="{A9B95D96-53CF-EE6B-DC54-8F95BA2FEA9F}"/>
          </ac:spMkLst>
        </pc:spChg>
        <pc:spChg chg="mod">
          <ac:chgData name="Minh Thuong Phan" userId="3bc5099f51bb3828" providerId="LiveId" clId="{84D22F07-7720-4130-9AC9-FADDB0D37658}" dt="2026-07-06T02:28:51.496" v="4882" actId="571"/>
          <ac:spMkLst>
            <pc:docMk/>
            <pc:sldMk cId="0" sldId="331"/>
            <ac:spMk id="11" creationId="{D674CFD8-DD24-0DB9-404A-FCB98F315B65}"/>
          </ac:spMkLst>
        </pc:spChg>
        <pc:spChg chg="mod">
          <ac:chgData name="Minh Thuong Phan" userId="3bc5099f51bb3828" providerId="LiveId" clId="{84D22F07-7720-4130-9AC9-FADDB0D37658}" dt="2026-07-06T03:51:41.959" v="5131" actId="20577"/>
          <ac:spMkLst>
            <pc:docMk/>
            <pc:sldMk cId="0" sldId="331"/>
            <ac:spMk id="14" creationId="{C2B26314-8835-23AA-4639-C10F8CE2C36E}"/>
          </ac:spMkLst>
        </pc:spChg>
        <pc:spChg chg="mod">
          <ac:chgData name="Minh Thuong Phan" userId="3bc5099f51bb3828" providerId="LiveId" clId="{84D22F07-7720-4130-9AC9-FADDB0D37658}" dt="2026-07-06T03:34:50.659" v="5047" actId="1076"/>
          <ac:spMkLst>
            <pc:docMk/>
            <pc:sldMk cId="0" sldId="331"/>
            <ac:spMk id="22" creationId="{00000000-0000-0000-0000-000000000000}"/>
          </ac:spMkLst>
        </pc:spChg>
        <pc:spChg chg="mod">
          <ac:chgData name="Minh Thuong Phan" userId="3bc5099f51bb3828" providerId="LiveId" clId="{84D22F07-7720-4130-9AC9-FADDB0D37658}" dt="2026-07-06T03:51:10.884" v="5128" actId="14100"/>
          <ac:spMkLst>
            <pc:docMk/>
            <pc:sldMk cId="0" sldId="331"/>
            <ac:spMk id="23" creationId="{CC659360-589B-9998-AD12-96B2BF1DC52B}"/>
          </ac:spMkLst>
        </pc:spChg>
        <pc:spChg chg="mod">
          <ac:chgData name="Minh Thuong Phan" userId="3bc5099f51bb3828" providerId="LiveId" clId="{84D22F07-7720-4130-9AC9-FADDB0D37658}" dt="2026-07-06T03:51:23.659" v="5130" actId="1076"/>
          <ac:spMkLst>
            <pc:docMk/>
            <pc:sldMk cId="0" sldId="331"/>
            <ac:spMk id="25" creationId="{88F21813-9460-7168-BE5B-FEB188351F5F}"/>
          </ac:spMkLst>
        </pc:spChg>
        <pc:spChg chg="mod">
          <ac:chgData name="Minh Thuong Phan" userId="3bc5099f51bb3828" providerId="LiveId" clId="{84D22F07-7720-4130-9AC9-FADDB0D37658}" dt="2026-07-06T02:28:51.496" v="4882" actId="571"/>
          <ac:spMkLst>
            <pc:docMk/>
            <pc:sldMk cId="0" sldId="331"/>
            <ac:spMk id="29" creationId="{CD9D615F-077A-6E5C-DA36-EA9625C292E4}"/>
          </ac:spMkLst>
        </pc:spChg>
        <pc:spChg chg="mod">
          <ac:chgData name="Minh Thuong Phan" userId="3bc5099f51bb3828" providerId="LiveId" clId="{84D22F07-7720-4130-9AC9-FADDB0D37658}" dt="2026-07-06T02:28:51.496" v="4882" actId="571"/>
          <ac:spMkLst>
            <pc:docMk/>
            <pc:sldMk cId="0" sldId="331"/>
            <ac:spMk id="30" creationId="{2E498459-BFB3-133E-0C3D-C06CF47CEA5B}"/>
          </ac:spMkLst>
        </pc:spChg>
        <pc:spChg chg="del mod">
          <ac:chgData name="Minh Thuong Phan" userId="3bc5099f51bb3828" providerId="LiveId" clId="{84D22F07-7720-4130-9AC9-FADDB0D37658}" dt="2026-07-06T03:39:04.967" v="5066" actId="478"/>
          <ac:spMkLst>
            <pc:docMk/>
            <pc:sldMk cId="0" sldId="331"/>
            <ac:spMk id="31" creationId="{3F3B888A-F67B-6297-E36C-D169593562AD}"/>
          </ac:spMkLst>
        </pc:spChg>
        <pc:spChg chg="mod">
          <ac:chgData name="Minh Thuong Phan" userId="3bc5099f51bb3828" providerId="LiveId" clId="{84D22F07-7720-4130-9AC9-FADDB0D37658}" dt="2026-07-06T03:39:39.111" v="5076" actId="1076"/>
          <ac:spMkLst>
            <pc:docMk/>
            <pc:sldMk cId="0" sldId="331"/>
            <ac:spMk id="36" creationId="{9A064DF5-E570-3609-47D9-D8E72634632C}"/>
          </ac:spMkLst>
        </pc:spChg>
        <pc:spChg chg="mod">
          <ac:chgData name="Minh Thuong Phan" userId="3bc5099f51bb3828" providerId="LiveId" clId="{84D22F07-7720-4130-9AC9-FADDB0D37658}" dt="2026-07-06T03:42:16.018" v="5096" actId="14100"/>
          <ac:spMkLst>
            <pc:docMk/>
            <pc:sldMk cId="0" sldId="331"/>
            <ac:spMk id="38" creationId="{CD3D6425-4234-9855-1104-11B393468DEB}"/>
          </ac:spMkLst>
        </pc:spChg>
        <pc:spChg chg="mod">
          <ac:chgData name="Minh Thuong Phan" userId="3bc5099f51bb3828" providerId="LiveId" clId="{84D22F07-7720-4130-9AC9-FADDB0D37658}" dt="2026-07-06T03:37:31.511" v="5061" actId="1076"/>
          <ac:spMkLst>
            <pc:docMk/>
            <pc:sldMk cId="0" sldId="331"/>
            <ac:spMk id="75" creationId="{93F33D77-9C63-9CF9-C56B-A6F834C94F75}"/>
          </ac:spMkLst>
        </pc:spChg>
        <pc:grpChg chg="add mod">
          <ac:chgData name="Minh Thuong Phan" userId="3bc5099f51bb3828" providerId="LiveId" clId="{84D22F07-7720-4130-9AC9-FADDB0D37658}" dt="2026-07-06T02:28:51.496" v="4882" actId="571"/>
          <ac:grpSpMkLst>
            <pc:docMk/>
            <pc:sldMk cId="0" sldId="331"/>
            <ac:grpSpMk id="2" creationId="{2638F409-C5FD-4258-F3FB-EB5CA382E749}"/>
          </ac:grpSpMkLst>
        </pc:grpChg>
        <pc:grpChg chg="mod">
          <ac:chgData name="Minh Thuong Phan" userId="3bc5099f51bb3828" providerId="LiveId" clId="{84D22F07-7720-4130-9AC9-FADDB0D37658}" dt="2026-07-06T03:39:39.111" v="5076" actId="1076"/>
          <ac:grpSpMkLst>
            <pc:docMk/>
            <pc:sldMk cId="0" sldId="331"/>
            <ac:grpSpMk id="4" creationId="{34923389-9276-A0F1-0673-3B7C4D4ED47F}"/>
          </ac:grpSpMkLst>
        </pc:grpChg>
        <pc:grpChg chg="mod">
          <ac:chgData name="Minh Thuong Phan" userId="3bc5099f51bb3828" providerId="LiveId" clId="{84D22F07-7720-4130-9AC9-FADDB0D37658}" dt="2026-07-06T03:51:19.738" v="5129" actId="1076"/>
          <ac:grpSpMkLst>
            <pc:docMk/>
            <pc:sldMk cId="0" sldId="331"/>
            <ac:grpSpMk id="12" creationId="{3B7612C2-82CB-2367-0E3C-6486B82364D5}"/>
          </ac:grpSpMkLst>
        </pc:grpChg>
        <pc:grpChg chg="mod">
          <ac:chgData name="Minh Thuong Phan" userId="3bc5099f51bb3828" providerId="LiveId" clId="{84D22F07-7720-4130-9AC9-FADDB0D37658}" dt="2026-07-06T03:49:39.224" v="5104" actId="1076"/>
          <ac:grpSpMkLst>
            <pc:docMk/>
            <pc:sldMk cId="0" sldId="331"/>
            <ac:grpSpMk id="16" creationId="{4464C982-6308-422E-E931-80889343C411}"/>
          </ac:grpSpMkLst>
        </pc:grpChg>
        <pc:grpChg chg="add mod">
          <ac:chgData name="Minh Thuong Phan" userId="3bc5099f51bb3828" providerId="LiveId" clId="{84D22F07-7720-4130-9AC9-FADDB0D37658}" dt="2026-07-06T02:28:51.496" v="4882" actId="571"/>
          <ac:grpSpMkLst>
            <pc:docMk/>
            <pc:sldMk cId="0" sldId="331"/>
            <ac:grpSpMk id="28" creationId="{E0606A25-EB33-DF46-6C5F-E994F64AC215}"/>
          </ac:grpSpMkLst>
        </pc:grpChg>
        <pc:graphicFrameChg chg="del mod modGraphic">
          <ac:chgData name="Minh Thuong Phan" userId="3bc5099f51bb3828" providerId="LiveId" clId="{84D22F07-7720-4130-9AC9-FADDB0D37658}" dt="2026-07-06T03:12:15.551" v="4957" actId="478"/>
          <ac:graphicFrameMkLst>
            <pc:docMk/>
            <pc:sldMk cId="0" sldId="331"/>
            <ac:graphicFrameMk id="3" creationId="{9371F5CC-E3A9-2FA7-F2B9-827C4DBBA602}"/>
          </ac:graphicFrameMkLst>
        </pc:graphicFrameChg>
        <pc:graphicFrameChg chg="mod">
          <ac:chgData name="Minh Thuong Phan" userId="3bc5099f51bb3828" providerId="LiveId" clId="{84D22F07-7720-4130-9AC9-FADDB0D37658}" dt="2026-07-06T03:36:29.389" v="5058" actId="207"/>
          <ac:graphicFrameMkLst>
            <pc:docMk/>
            <pc:sldMk cId="0" sldId="331"/>
            <ac:graphicFrameMk id="7" creationId="{00000000-0000-0000-0000-000000000000}"/>
          </ac:graphicFrameMkLst>
        </pc:graphicFrameChg>
        <pc:graphicFrameChg chg="del mod modGraphic">
          <ac:chgData name="Minh Thuong Phan" userId="3bc5099f51bb3828" providerId="LiveId" clId="{84D22F07-7720-4130-9AC9-FADDB0D37658}" dt="2026-07-06T03:12:17.871" v="4958" actId="478"/>
          <ac:graphicFrameMkLst>
            <pc:docMk/>
            <pc:sldMk cId="0" sldId="331"/>
            <ac:graphicFrameMk id="9" creationId="{28B13506-4AE0-26A2-A5E3-873999C6422D}"/>
          </ac:graphicFrameMkLst>
        </pc:graphicFrameChg>
        <pc:graphicFrameChg chg="mod">
          <ac:chgData name="Minh Thuong Phan" userId="3bc5099f51bb3828" providerId="LiveId" clId="{84D22F07-7720-4130-9AC9-FADDB0D37658}" dt="2026-07-06T03:43:22.252" v="5103" actId="207"/>
          <ac:graphicFrameMkLst>
            <pc:docMk/>
            <pc:sldMk cId="0" sldId="331"/>
            <ac:graphicFrameMk id="15" creationId="{00000000-0000-0000-0000-000000000000}"/>
          </ac:graphicFrameMkLst>
        </pc:graphicFrameChg>
        <pc:graphicFrameChg chg="add mod modGraphic">
          <ac:chgData name="Minh Thuong Phan" userId="3bc5099f51bb3828" providerId="LiveId" clId="{84D22F07-7720-4130-9AC9-FADDB0D37658}" dt="2026-07-06T03:20:56.801" v="5033" actId="2711"/>
          <ac:graphicFrameMkLst>
            <pc:docMk/>
            <pc:sldMk cId="0" sldId="331"/>
            <ac:graphicFrameMk id="32" creationId="{97274E3F-5FB9-93A8-9130-ED52725E9C8C}"/>
          </ac:graphicFrameMkLst>
        </pc:graphicFrameChg>
        <pc:graphicFrameChg chg="add mod modGraphic">
          <ac:chgData name="Minh Thuong Phan" userId="3bc5099f51bb3828" providerId="LiveId" clId="{84D22F07-7720-4130-9AC9-FADDB0D37658}" dt="2026-07-06T03:20:46.041" v="5032" actId="1076"/>
          <ac:graphicFrameMkLst>
            <pc:docMk/>
            <pc:sldMk cId="0" sldId="331"/>
            <ac:graphicFrameMk id="33" creationId="{4C4B9A72-01E5-FA5F-57F4-CB8C81CBDB7D}"/>
          </ac:graphicFrameMkLst>
        </pc:graphicFrameChg>
        <pc:graphicFrameChg chg="mod">
          <ac:chgData name="Minh Thuong Phan" userId="3bc5099f51bb3828" providerId="LiveId" clId="{84D22F07-7720-4130-9AC9-FADDB0D37658}" dt="2026-07-06T03:35:21.309" v="5051" actId="1076"/>
          <ac:graphicFrameMkLst>
            <pc:docMk/>
            <pc:sldMk cId="0" sldId="331"/>
            <ac:graphicFrameMk id="51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7-06T03:43:07.642" v="5101" actId="207"/>
          <ac:graphicFrameMkLst>
            <pc:docMk/>
            <pc:sldMk cId="0" sldId="331"/>
            <ac:graphicFrameMk id="52" creationId="{00000000-0000-0000-0000-000000000000}"/>
          </ac:graphicFrameMkLst>
        </pc:graphicFrameChg>
        <pc:cxnChg chg="mod">
          <ac:chgData name="Minh Thuong Phan" userId="3bc5099f51bb3828" providerId="LiveId" clId="{84D22F07-7720-4130-9AC9-FADDB0D37658}" dt="2026-07-06T03:37:36.684" v="5062" actId="1076"/>
          <ac:cxnSpMkLst>
            <pc:docMk/>
            <pc:sldMk cId="0" sldId="331"/>
            <ac:cxnSpMk id="5" creationId="{42CD96E8-F486-4308-499E-EE8B6DE690A1}"/>
          </ac:cxnSpMkLst>
        </pc:cxnChg>
        <pc:cxnChg chg="del mod">
          <ac:chgData name="Minh Thuong Phan" userId="3bc5099f51bb3828" providerId="LiveId" clId="{84D22F07-7720-4130-9AC9-FADDB0D37658}" dt="2026-07-06T03:39:06.661" v="5067" actId="478"/>
          <ac:cxnSpMkLst>
            <pc:docMk/>
            <pc:sldMk cId="0" sldId="331"/>
            <ac:cxnSpMk id="8" creationId="{54F97F24-283E-855D-5DF6-72176EA7E96F}"/>
          </ac:cxnSpMkLst>
        </pc:cxnChg>
        <pc:cxnChg chg="del mod">
          <ac:chgData name="Minh Thuong Phan" userId="3bc5099f51bb3828" providerId="LiveId" clId="{84D22F07-7720-4130-9AC9-FADDB0D37658}" dt="2026-07-06T03:39:07.329" v="5068" actId="478"/>
          <ac:cxnSpMkLst>
            <pc:docMk/>
            <pc:sldMk cId="0" sldId="331"/>
            <ac:cxnSpMk id="26" creationId="{7CA19468-2BF7-365D-897A-499263C9C146}"/>
          </ac:cxnSpMkLst>
        </pc:cxnChg>
        <pc:cxnChg chg="del mod">
          <ac:chgData name="Minh Thuong Phan" userId="3bc5099f51bb3828" providerId="LiveId" clId="{84D22F07-7720-4130-9AC9-FADDB0D37658}" dt="2026-07-06T03:39:07.859" v="5069" actId="478"/>
          <ac:cxnSpMkLst>
            <pc:docMk/>
            <pc:sldMk cId="0" sldId="331"/>
            <ac:cxnSpMk id="27" creationId="{60549664-B963-8A52-059A-7CA0155A767C}"/>
          </ac:cxnSpMkLst>
        </pc:cxnChg>
        <pc:cxnChg chg="add del mod">
          <ac:chgData name="Minh Thuong Phan" userId="3bc5099f51bb3828" providerId="LiveId" clId="{84D22F07-7720-4130-9AC9-FADDB0D37658}" dt="2026-07-06T03:38:23.710" v="5065" actId="478"/>
          <ac:cxnSpMkLst>
            <pc:docMk/>
            <pc:sldMk cId="0" sldId="331"/>
            <ac:cxnSpMk id="34" creationId="{11981BD8-B087-475A-18CD-7EF12E978440}"/>
          </ac:cxnSpMkLst>
        </pc:cxnChg>
        <pc:cxnChg chg="add mod">
          <ac:chgData name="Minh Thuong Phan" userId="3bc5099f51bb3828" providerId="LiveId" clId="{84D22F07-7720-4130-9AC9-FADDB0D37658}" dt="2026-07-06T03:39:30.601" v="5075" actId="14100"/>
          <ac:cxnSpMkLst>
            <pc:docMk/>
            <pc:sldMk cId="0" sldId="331"/>
            <ac:cxnSpMk id="35" creationId="{A29C9103-C46D-2FE9-DD9E-E0EDD55FA4D3}"/>
          </ac:cxnSpMkLst>
        </pc:cxnChg>
        <pc:cxnChg chg="mod">
          <ac:chgData name="Minh Thuong Phan" userId="3bc5099f51bb3828" providerId="LiveId" clId="{84D22F07-7720-4130-9AC9-FADDB0D37658}" dt="2026-07-06T03:39:39.111" v="5076" actId="1076"/>
          <ac:cxnSpMkLst>
            <pc:docMk/>
            <pc:sldMk cId="0" sldId="331"/>
            <ac:cxnSpMk id="41" creationId="{C70BD101-72B3-927D-A0CE-8448200B7FDC}"/>
          </ac:cxnSpMkLst>
        </pc:cxnChg>
        <pc:cxnChg chg="mod">
          <ac:chgData name="Minh Thuong Phan" userId="3bc5099f51bb3828" providerId="LiveId" clId="{84D22F07-7720-4130-9AC9-FADDB0D37658}" dt="2026-07-06T03:41:55.258" v="5090" actId="14100"/>
          <ac:cxnSpMkLst>
            <pc:docMk/>
            <pc:sldMk cId="0" sldId="331"/>
            <ac:cxnSpMk id="45" creationId="{F6A41542-5AEB-3636-1787-9213959B244E}"/>
          </ac:cxnSpMkLst>
        </pc:cxnChg>
        <pc:cxnChg chg="add mod">
          <ac:chgData name="Minh Thuong Phan" userId="3bc5099f51bb3828" providerId="LiveId" clId="{84D22F07-7720-4130-9AC9-FADDB0D37658}" dt="2026-07-06T03:49:47.858" v="5106" actId="1076"/>
          <ac:cxnSpMkLst>
            <pc:docMk/>
            <pc:sldMk cId="0" sldId="331"/>
            <ac:cxnSpMk id="49" creationId="{5C7FDB5F-364F-DA94-C8A3-C1BCBFC06B86}"/>
          </ac:cxnSpMkLst>
        </pc:cxnChg>
        <pc:cxnChg chg="mod">
          <ac:chgData name="Minh Thuong Phan" userId="3bc5099f51bb3828" providerId="LiveId" clId="{84D22F07-7720-4130-9AC9-FADDB0D37658}" dt="2026-07-06T03:42:08.059" v="5093" actId="14100"/>
          <ac:cxnSpMkLst>
            <pc:docMk/>
            <pc:sldMk cId="0" sldId="331"/>
            <ac:cxnSpMk id="79" creationId="{6503CD09-18F5-945A-1C4B-75ACA14CB99F}"/>
          </ac:cxnSpMkLst>
        </pc:cxnChg>
        <pc:cxnChg chg="mod">
          <ac:chgData name="Minh Thuong Phan" userId="3bc5099f51bb3828" providerId="LiveId" clId="{84D22F07-7720-4130-9AC9-FADDB0D37658}" dt="2026-07-06T03:41:10.684" v="5082" actId="14100"/>
          <ac:cxnSpMkLst>
            <pc:docMk/>
            <pc:sldMk cId="0" sldId="331"/>
            <ac:cxnSpMk id="83" creationId="{4C8FB7B0-9EEC-6218-2828-B4827275EF6B}"/>
          </ac:cxnSpMkLst>
        </pc:cxnChg>
        <pc:cxnChg chg="del">
          <ac:chgData name="Minh Thuong Phan" userId="3bc5099f51bb3828" providerId="LiveId" clId="{84D22F07-7720-4130-9AC9-FADDB0D37658}" dt="2026-07-06T03:40:55.202" v="5080" actId="478"/>
          <ac:cxnSpMkLst>
            <pc:docMk/>
            <pc:sldMk cId="0" sldId="331"/>
            <ac:cxnSpMk id="85" creationId="{8636D7AC-AB1C-7AD1-A07B-935681A3F267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5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1500">
                <a:solidFill>
                  <a:schemeClr val="accent6"/>
                </a:solidFill>
              </a:rPr>
              <a:t>INDO</a:t>
            </a:r>
          </a:p>
        </c:rich>
      </c:tx>
      <c:layout>
        <c:manualLayout>
          <c:xMode val="edge"/>
          <c:yMode val="edge"/>
          <c:x val="0.50121408336705786"/>
          <c:y val="0.26902287065011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0671792796438699"/>
          <c:y val="6.1630218687872801E-2"/>
          <c:w val="0.35916632942128701"/>
          <c:h val="0.88220675944334004"/>
        </c:manualLayout>
      </c:layout>
      <c:doughnutChart>
        <c:varyColors val="1"/>
        <c:ser>
          <c:idx val="0"/>
          <c:order val="0"/>
          <c:tx>
            <c:strRef>
              <c:f>'VN-INDO'!$C$16</c:f>
              <c:strCache>
                <c:ptCount val="1"/>
                <c:pt idx="0">
                  <c:v>INDO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5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28F3-4A10-A997-CE577F5541B2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28F3-4A10-A997-CE577F5541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'VN-INDO'!$D$15:$E$15</c:f>
              <c:strCache>
                <c:ptCount val="2"/>
                <c:pt idx="0">
                  <c:v>JV</c:v>
                </c:pt>
                <c:pt idx="1">
                  <c:v>JV2</c:v>
                </c:pt>
              </c:strCache>
            </c:strRef>
          </c:cat>
          <c:val>
            <c:numRef>
              <c:f>'VN-INDO'!$D$16:$E$16</c:f>
              <c:numCache>
                <c:formatCode>General</c:formatCode>
                <c:ptCount val="2"/>
                <c:pt idx="0">
                  <c:v>86</c:v>
                </c:pt>
                <c:pt idx="1">
                  <c:v>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F3-4A10-A997-CE577F554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4"/>
        <c:holeSize val="60"/>
      </c:doughnut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</c:legendEntry>
      <c:layout>
        <c:manualLayout>
          <c:xMode val="edge"/>
          <c:yMode val="edge"/>
          <c:x val="0.77984621610683902"/>
          <c:y val="0.65606361829025805"/>
          <c:w val="0.12161068393363"/>
          <c:h val="0.2783300198807159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4cbb6d3-28c5-47c2-a87c-baf65eaa7aed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  <a:endParaRPr lang="vi-VN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6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1600">
                <a:solidFill>
                  <a:schemeClr val="accent6"/>
                </a:solidFill>
              </a:rPr>
              <a:t>VN</a:t>
            </a:r>
          </a:p>
        </c:rich>
      </c:tx>
      <c:layout>
        <c:manualLayout>
          <c:xMode val="edge"/>
          <c:yMode val="edge"/>
          <c:x val="0.52610279239174418"/>
          <c:y val="0.2362196897356021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0671792796438699"/>
          <c:y val="6.1630218687872801E-2"/>
          <c:w val="0.35916632942128701"/>
          <c:h val="0.88220675944334004"/>
        </c:manualLayout>
      </c:layout>
      <c:doughnutChart>
        <c:varyColors val="1"/>
        <c:ser>
          <c:idx val="0"/>
          <c:order val="0"/>
          <c:tx>
            <c:strRef>
              <c:f>'VN-INDO'!$C$5</c:f>
              <c:strCache>
                <c:ptCount val="1"/>
                <c:pt idx="0">
                  <c:v>VN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</c:spPr>
          <c:explosion val="1"/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A2-458B-A151-15CA7989CA68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A2-458B-A151-15CA7989CA6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'VN-INDO'!$D$4:$E$4</c:f>
              <c:strCache>
                <c:ptCount val="2"/>
                <c:pt idx="0">
                  <c:v>VH</c:v>
                </c:pt>
                <c:pt idx="1">
                  <c:v>VH2</c:v>
                </c:pt>
              </c:strCache>
            </c:strRef>
          </c:cat>
          <c:val>
            <c:numRef>
              <c:f>'VN-INDO'!$D$5:$E$5</c:f>
              <c:numCache>
                <c:formatCode>General</c:formatCode>
                <c:ptCount val="2"/>
                <c:pt idx="0">
                  <c:v>303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A2-458B-A151-15CA7989C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89"/>
        <c:holeSize val="60"/>
      </c:doughnut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</c:legendEntry>
      <c:layout>
        <c:manualLayout>
          <c:xMode val="edge"/>
          <c:yMode val="edge"/>
          <c:x val="0.24484014569000401"/>
          <c:y val="0.65619858435593303"/>
          <c:w val="0.161270740590854"/>
          <c:h val="0.20474137931034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4cbb6d3-28c5-47c2-a87c-baf65eaa7aed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  <a:endParaRPr lang="vi-VN"/>
    </a:p>
  </c:tx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2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2000" dirty="0">
                <a:solidFill>
                  <a:schemeClr val="accent6"/>
                </a:solidFill>
              </a:rPr>
              <a:t>CLG</a:t>
            </a:r>
          </a:p>
        </c:rich>
      </c:tx>
      <c:layout>
        <c:manualLayout>
          <c:xMode val="edge"/>
          <c:yMode val="edge"/>
          <c:x val="0.44391550133888719"/>
          <c:y val="0.2425447316103379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20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lotArea>
      <c:layout>
        <c:manualLayout>
          <c:layoutTarget val="inner"/>
          <c:xMode val="edge"/>
          <c:yMode val="edge"/>
          <c:x val="0.30943171675096698"/>
          <c:y val="1.5519917227108101E-2"/>
          <c:w val="0.55727462064861599"/>
          <c:h val="0.96896016554578401"/>
        </c:manualLayout>
      </c:layout>
      <c:doughnutChart>
        <c:varyColors val="1"/>
        <c:ser>
          <c:idx val="0"/>
          <c:order val="0"/>
          <c:tx>
            <c:strRef>
              <c:f>'VN-INDO'!$O$4</c:f>
              <c:strCache>
                <c:ptCount val="1"/>
                <c:pt idx="0">
                  <c:v>CLG</c:v>
                </c:pt>
              </c:strCache>
            </c:strRef>
          </c:tx>
          <c:spPr>
            <a:ln w="12700" cmpd="sng">
              <a:solidFill>
                <a:schemeClr val="bg1"/>
              </a:solidFill>
              <a:prstDash val="solid"/>
            </a:ln>
            <a:sp3d contourW="12700"/>
          </c:spPr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 w="12700" cmpd="sng">
                <a:solidFill>
                  <a:schemeClr val="bg1"/>
                </a:solidFill>
                <a:prstDash val="solid"/>
              </a:ln>
              <a:effectLst/>
              <a:sp3d contourW="12700"/>
            </c:spPr>
            <c:extLst>
              <c:ext xmlns:c16="http://schemas.microsoft.com/office/drawing/2014/chart" uri="{C3380CC4-5D6E-409C-BE32-E72D297353CC}">
                <c16:uniqueId val="{00000001-234D-4660-B2E0-AF0B2D465023}"/>
              </c:ext>
            </c:extLst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  <a:ln w="12700" cmpd="sng">
                <a:solidFill>
                  <a:schemeClr val="bg1"/>
                </a:solidFill>
                <a:prstDash val="solid"/>
              </a:ln>
              <a:effectLst/>
              <a:sp3d contourW="12700"/>
            </c:spPr>
            <c:extLst>
              <c:ext xmlns:c16="http://schemas.microsoft.com/office/drawing/2014/chart" uri="{C3380CC4-5D6E-409C-BE32-E72D297353CC}">
                <c16:uniqueId val="{00000003-234D-4660-B2E0-AF0B2D4650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shade val="95000"/>
                      <a:satMod val="10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'VN-INDO'!$P$3:$Q$3</c:f>
              <c:strCache>
                <c:ptCount val="2"/>
                <c:pt idx="0">
                  <c:v>VN</c:v>
                </c:pt>
                <c:pt idx="1">
                  <c:v>INDO</c:v>
                </c:pt>
              </c:strCache>
            </c:strRef>
          </c:cat>
          <c:val>
            <c:numRef>
              <c:f>'VN-INDO'!$P$4:$Q$4</c:f>
              <c:numCache>
                <c:formatCode>General</c:formatCode>
                <c:ptCount val="2"/>
                <c:pt idx="0">
                  <c:v>337</c:v>
                </c:pt>
                <c:pt idx="1">
                  <c:v>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4D-4660-B2E0-AF0B2D465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03"/>
        <c:holeSize val="59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4cbb6d3-28c5-47c2-a87c-baf65eaa7aed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  <a:endParaRPr lang="vi-VN"/>
    </a:p>
  </c:txPr>
  <c:externalData r:id="rId3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703397088210101E-2"/>
          <c:y val="1.43215180809166E-2"/>
          <c:w val="0.96353125892092495"/>
          <c:h val="0.831865377730038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're-vh'!$C$4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're-vh'!$A$5:$A$9</c:f>
              <c:strCache>
                <c:ptCount val="5"/>
                <c:pt idx="0">
                  <c:v>Cleanness</c:v>
                </c:pt>
                <c:pt idx="1">
                  <c:v>Over cement</c:v>
                </c:pt>
                <c:pt idx="2">
                  <c:v>Midsole/Outsole to upper bond gap</c:v>
                </c:pt>
                <c:pt idx="3">
                  <c:v>Sole attachment</c:v>
                </c:pt>
                <c:pt idx="4">
                  <c:v>Thread end</c:v>
                </c:pt>
              </c:strCache>
            </c:strRef>
          </c:cat>
          <c:val>
            <c:numRef>
              <c:f>'re-vh'!$C$5:$C$9</c:f>
              <c:numCache>
                <c:formatCode>General</c:formatCode>
                <c:ptCount val="5"/>
                <c:pt idx="0">
                  <c:v>147</c:v>
                </c:pt>
                <c:pt idx="1">
                  <c:v>134</c:v>
                </c:pt>
                <c:pt idx="2">
                  <c:v>131</c:v>
                </c:pt>
                <c:pt idx="3">
                  <c:v>81</c:v>
                </c:pt>
                <c:pt idx="4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3F-4FB3-811F-765D98F3B394}"/>
            </c:ext>
          </c:extLst>
        </c:ser>
        <c:ser>
          <c:idx val="1"/>
          <c:order val="1"/>
          <c:tx>
            <c:strRef>
              <c:f>'re-vh'!$D$4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-3.3161996352180402E-3"/>
                  <c:y val="3.5415222543676503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dirty="0"/>
                      <a:t>Cleanness,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16.15%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7048582324655941"/>
                      <c:h val="9.529509918271286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763F-4FB3-811F-765D98F3B394}"/>
                </c:ext>
              </c:extLst>
            </c:dLbl>
            <c:dLbl>
              <c:idx val="1"/>
              <c:layout>
                <c:manualLayout>
                  <c:x val="0.65136854180939041"/>
                  <c:y val="6.4861772195420594E-2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 algn="r">
                      <a:lnSpc>
                        <a:spcPts val="800"/>
                      </a:lnSpc>
                      <a:spcBef>
                        <a:spcPts val="1200"/>
                      </a:spcBef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Over cement,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14.73%</a:t>
                    </a:r>
                    <a:endParaRPr lang="en-US" sz="900" b="1" dirty="0">
                      <a:solidFill>
                        <a:srgbClr val="00B050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443475232283519"/>
                      <c:h val="0.272070068370742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763F-4FB3-811F-765D98F3B394}"/>
                </c:ext>
              </c:extLst>
            </c:dLbl>
            <c:dLbl>
              <c:idx val="2"/>
              <c:layout>
                <c:manualLayout>
                  <c:x val="0.41480700207869359"/>
                  <c:y val="5.2621117211591149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Midsole/Outsole to upper bond gap,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14.4%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5248660536902383"/>
                      <c:h val="0.1588348321890456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763F-4FB3-811F-765D98F3B394}"/>
                </c:ext>
              </c:extLst>
            </c:dLbl>
            <c:dLbl>
              <c:idx val="3"/>
              <c:layout>
                <c:manualLayout>
                  <c:x val="0.38370604074446191"/>
                  <c:y val="3.8916973779874117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dirty="0"/>
                      <a:t> </a:t>
                    </a: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Sole attachment</a:t>
                    </a:r>
                    <a:r>
                      <a:rPr lang="en-US" sz="900" b="1" dirty="0"/>
                      <a:t>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8.9%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7867683634554801"/>
                      <c:h val="0.161337924249877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763F-4FB3-811F-765D98F3B394}"/>
                </c:ext>
              </c:extLst>
            </c:dLbl>
            <c:dLbl>
              <c:idx val="4"/>
              <c:layout>
                <c:manualLayout>
                  <c:x val="0.38041562165034459"/>
                  <c:y val="5.650197784317551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Thread end</a:t>
                    </a:r>
                    <a:r>
                      <a:rPr lang="en-US" sz="900" b="1" dirty="0"/>
                      <a:t>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4.84%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7867683634554801"/>
                      <c:h val="0.113625184456468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763F-4FB3-811F-765D98F3B3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're-vh'!$A$5:$A$9</c:f>
              <c:strCache>
                <c:ptCount val="5"/>
                <c:pt idx="0">
                  <c:v>Cleanness</c:v>
                </c:pt>
                <c:pt idx="1">
                  <c:v>Over cement</c:v>
                </c:pt>
                <c:pt idx="2">
                  <c:v>Midsole/Outsole to upper bond gap</c:v>
                </c:pt>
                <c:pt idx="3">
                  <c:v>Sole attachment</c:v>
                </c:pt>
                <c:pt idx="4">
                  <c:v>Thread end</c:v>
                </c:pt>
              </c:strCache>
            </c:strRef>
          </c:cat>
          <c:val>
            <c:numRef>
              <c:f>'re-vh'!$D$5:$D$9</c:f>
              <c:numCache>
                <c:formatCode>0.00%</c:formatCode>
                <c:ptCount val="5"/>
                <c:pt idx="0">
                  <c:v>0.16153846153846155</c:v>
                </c:pt>
                <c:pt idx="1">
                  <c:v>0.14725274725274726</c:v>
                </c:pt>
                <c:pt idx="2">
                  <c:v>0.14395604395604394</c:v>
                </c:pt>
                <c:pt idx="3">
                  <c:v>8.9010989010989014E-2</c:v>
                </c:pt>
                <c:pt idx="4">
                  <c:v>4.8351648351648353E-2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63F-4FB3-811F-765D98F3B3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"/>
        <c:overlap val="40"/>
        <c:axId val="366460779"/>
        <c:axId val="98868821"/>
      </c:barChart>
      <c:catAx>
        <c:axId val="366460779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98868821"/>
        <c:crosses val="autoZero"/>
        <c:auto val="1"/>
        <c:lblAlgn val="ctr"/>
        <c:lblOffset val="100"/>
        <c:noMultiLvlLbl val="0"/>
      </c:catAx>
      <c:valAx>
        <c:axId val="98868821"/>
        <c:scaling>
          <c:orientation val="minMax"/>
          <c:max val="255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366460779"/>
        <c:crosses val="autoZero"/>
        <c:crossBetween val="between"/>
        <c:majorUnit val="100"/>
      </c:valAx>
      <c:spPr>
        <a:gradFill>
          <a:gsLst>
            <a:gs pos="21000">
              <a:srgbClr val="D9D9D9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chemeClr val="bg1">
                <a:lumMod val="75000"/>
              </a:schemeClr>
            </a:gs>
          </a:gsLst>
          <a:lin ang="21594000" scaled="0"/>
        </a:gradFill>
        <a:ln>
          <a:noFill/>
        </a:ln>
        <a:effectLst/>
      </c:spPr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29381528768031828"/>
          <c:y val="1.4756826983342953E-2"/>
          <c:w val="0.21057867683634601"/>
          <c:h val="0.1136251844564680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e313c46-7f0e-40ab-85a9-bfece0767e9f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  <a:endParaRPr lang="vi-VN"/>
    </a:p>
  </c:txPr>
  <c:externalData r:id="rId1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274336283185801E-2"/>
          <c:y val="1.07411385606874E-2"/>
          <c:w val="0.94775906365971996"/>
          <c:h val="0.769924812030075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're-vh2'!$C$4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're-vh2'!$A$5:$A$9</c:f>
              <c:strCache>
                <c:ptCount val="5"/>
                <c:pt idx="0">
                  <c:v>Over cement</c:v>
                </c:pt>
                <c:pt idx="1">
                  <c:v>Midsole/Outsole to upper bond gap</c:v>
                </c:pt>
                <c:pt idx="2">
                  <c:v>Cleanness</c:v>
                </c:pt>
                <c:pt idx="3">
                  <c:v>Others</c:v>
                </c:pt>
                <c:pt idx="4">
                  <c:v>Thread end</c:v>
                </c:pt>
              </c:strCache>
            </c:strRef>
          </c:cat>
          <c:val>
            <c:numRef>
              <c:f>'re-vh2'!$C$5:$C$9</c:f>
              <c:numCache>
                <c:formatCode>General</c:formatCode>
                <c:ptCount val="5"/>
                <c:pt idx="0">
                  <c:v>48</c:v>
                </c:pt>
                <c:pt idx="1">
                  <c:v>46</c:v>
                </c:pt>
                <c:pt idx="2">
                  <c:v>29</c:v>
                </c:pt>
                <c:pt idx="3">
                  <c:v>17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A1-41A2-A9FF-CB3BF2516A6B}"/>
            </c:ext>
          </c:extLst>
        </c:ser>
        <c:ser>
          <c:idx val="1"/>
          <c:order val="1"/>
          <c:tx>
            <c:strRef>
              <c:f>'re-vh2'!$D$4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0.37543626945816749"/>
                  <c:y val="1.4748450740781882E-2"/>
                </c:manualLayout>
              </c:layout>
              <c:tx>
                <c:rich>
                  <a:bodyPr/>
                  <a:lstStyle/>
                  <a:p>
                    <a:r>
                      <a:rPr lang="en-US" sz="900" dirty="0">
                        <a:solidFill>
                          <a:schemeClr val="tx1"/>
                        </a:solidFill>
                      </a:rPr>
                      <a:t>Over cement,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25%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8986484242375181"/>
                      <c:h val="0.353622270676041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A1A1-41A2-A9FF-CB3BF2516A6B}"/>
                </c:ext>
              </c:extLst>
            </c:dLbl>
            <c:dLbl>
              <c:idx val="1"/>
              <c:layout>
                <c:manualLayout>
                  <c:x val="-1.1694664473059469E-7"/>
                  <c:y val="3.0783157092537691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 Midsole/Outsole to upper bond gap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23.96%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5843143757254"/>
                      <c:h val="0.163797343826857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A1A1-41A2-A9FF-CB3BF2516A6B}"/>
                </c:ext>
              </c:extLst>
            </c:dLbl>
            <c:dLbl>
              <c:idx val="2"/>
              <c:layout>
                <c:manualLayout>
                  <c:x val="1.2150756387508789E-4"/>
                  <c:y val="3.1016017678996619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Cleanness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15.1%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5843143757254"/>
                      <c:h val="0.132808657156911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A1A1-41A2-A9FF-CB3BF2516A6B}"/>
                </c:ext>
              </c:extLst>
            </c:dLbl>
            <c:dLbl>
              <c:idx val="3"/>
              <c:layout>
                <c:manualLayout>
                  <c:x val="2.6814696170278057E-3"/>
                  <c:y val="2.337763820459883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Others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8.85%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451675073571119"/>
                      <c:h val="0.1260999901517459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A1A1-41A2-A9FF-CB3BF2516A6B}"/>
                </c:ext>
              </c:extLst>
            </c:dLbl>
            <c:dLbl>
              <c:idx val="4"/>
              <c:layout>
                <c:manualLayout>
                  <c:x val="0.25357393647677723"/>
                  <c:y val="-5.844476837962076E-3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 </a:t>
                    </a: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Thread end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 8.33%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71265133480561349"/>
                      <c:h val="0.1639136041204358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A1A1-41A2-A9FF-CB3BF2516A6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're-vh2'!$A$5:$A$9</c:f>
              <c:strCache>
                <c:ptCount val="5"/>
                <c:pt idx="0">
                  <c:v>Over cement</c:v>
                </c:pt>
                <c:pt idx="1">
                  <c:v>Midsole/Outsole to upper bond gap</c:v>
                </c:pt>
                <c:pt idx="2">
                  <c:v>Cleanness</c:v>
                </c:pt>
                <c:pt idx="3">
                  <c:v>Others</c:v>
                </c:pt>
                <c:pt idx="4">
                  <c:v>Thread end</c:v>
                </c:pt>
              </c:strCache>
            </c:strRef>
          </c:cat>
          <c:val>
            <c:numRef>
              <c:f>'re-vh2'!$D$5:$D$9</c:f>
              <c:numCache>
                <c:formatCode>0.00%</c:formatCode>
                <c:ptCount val="5"/>
                <c:pt idx="0">
                  <c:v>0.25</c:v>
                </c:pt>
                <c:pt idx="1">
                  <c:v>0.23958333333333334</c:v>
                </c:pt>
                <c:pt idx="2">
                  <c:v>0.15104166666666666</c:v>
                </c:pt>
                <c:pt idx="3">
                  <c:v>8.8541666666666671E-2</c:v>
                </c:pt>
                <c:pt idx="4">
                  <c:v>8.3333333333333329E-2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1A1-41A2-A9FF-CB3BF2516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"/>
        <c:overlap val="40"/>
        <c:axId val="680829220"/>
        <c:axId val="857071183"/>
      </c:barChart>
      <c:catAx>
        <c:axId val="680829220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857071183"/>
        <c:crosses val="autoZero"/>
        <c:auto val="1"/>
        <c:lblAlgn val="ctr"/>
        <c:lblOffset val="100"/>
        <c:noMultiLvlLbl val="0"/>
      </c:catAx>
      <c:valAx>
        <c:axId val="857071183"/>
        <c:scaling>
          <c:orientation val="minMax"/>
          <c:max val="92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680829220"/>
        <c:crosses val="autoZero"/>
        <c:crossBetween val="between"/>
        <c:majorUnit val="50"/>
      </c:valAx>
      <c:spPr>
        <a:gradFill>
          <a:gsLst>
            <a:gs pos="21000">
              <a:srgbClr val="DBDBDB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rgbClr val="C9C9C9"/>
            </a:gs>
          </a:gsLst>
          <a:lin ang="21594000" scaled="0"/>
        </a:gra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667f17f-08cb-4cbf-8b7c-5f50dfd3fc79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 b="1">
          <a:solidFill>
            <a:schemeClr val="bg1"/>
          </a:solidFill>
        </a:defRPr>
      </a:pPr>
      <a:endParaRPr lang="vi-VN"/>
    </a:p>
  </c:tx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117898943762498E-2"/>
          <c:y val="1.07104605498036E-2"/>
          <c:w val="0.94711675706537302"/>
          <c:h val="0.8416279900035700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'RE-JV'!$C$5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'RE-JV'!$A$6:$A$10</c:f>
              <c:strCache>
                <c:ptCount val="5"/>
                <c:pt idx="0">
                  <c:v>Midsole/Outsole to upper bond gap</c:v>
                </c:pt>
                <c:pt idx="1">
                  <c:v>Over cement</c:v>
                </c:pt>
                <c:pt idx="2">
                  <c:v>Cleanness</c:v>
                </c:pt>
                <c:pt idx="3">
                  <c:v>Thread end</c:v>
                </c:pt>
                <c:pt idx="4">
                  <c:v>Heel/Tip height inconsistent</c:v>
                </c:pt>
              </c:strCache>
            </c:strRef>
          </c:cat>
          <c:val>
            <c:numRef>
              <c:f>'RE-JV'!$C$6:$C$10</c:f>
              <c:numCache>
                <c:formatCode>General</c:formatCode>
                <c:ptCount val="5"/>
                <c:pt idx="0">
                  <c:v>292</c:v>
                </c:pt>
                <c:pt idx="1">
                  <c:v>274</c:v>
                </c:pt>
                <c:pt idx="2">
                  <c:v>253</c:v>
                </c:pt>
                <c:pt idx="3">
                  <c:v>188</c:v>
                </c:pt>
                <c:pt idx="4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75-4A7F-AB1F-4337D9DA9491}"/>
            </c:ext>
          </c:extLst>
        </c:ser>
        <c:ser>
          <c:idx val="1"/>
          <c:order val="1"/>
          <c:tx>
            <c:strRef>
              <c:f>'RE-JV'!$D$5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0.43754833831793633"/>
                  <c:y val="3.528624184058659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Midsole/Outsole to upper bond gap,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20.22%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2758749452310238"/>
                      <c:h val="0.15514491081534393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F975-4A7F-AB1F-4337D9DA9491}"/>
                </c:ext>
              </c:extLst>
            </c:dLbl>
            <c:dLbl>
              <c:idx val="1"/>
              <c:layout>
                <c:manualLayout>
                  <c:x val="6.0589155114677776E-3"/>
                  <c:y val="5.3804089671426469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Over cement,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18.98%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631387160880322"/>
                      <c:h val="0.131437123837024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F975-4A7F-AB1F-4337D9DA9491}"/>
                </c:ext>
              </c:extLst>
            </c:dLbl>
            <c:dLbl>
              <c:idx val="2"/>
              <c:layout>
                <c:manualLayout>
                  <c:x val="0"/>
                  <c:y val="4.446418522609219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Cleanness</a:t>
                    </a:r>
                    <a:r>
                      <a:rPr lang="en-US" dirty="0"/>
                      <a:t>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17.52%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941607889969561"/>
                      <c:h val="0.12366191094211867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F975-4A7F-AB1F-4337D9DA9491}"/>
                </c:ext>
              </c:extLst>
            </c:dLbl>
            <c:dLbl>
              <c:idx val="3"/>
              <c:layout>
                <c:manualLayout>
                  <c:x val="5.8728527382175197E-3"/>
                  <c:y val="5.0443118731377128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Thread end,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13.02%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664543345237031"/>
                      <c:h val="0.12410881467449447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F975-4A7F-AB1F-4337D9DA9491}"/>
                </c:ext>
              </c:extLst>
            </c:dLbl>
            <c:dLbl>
              <c:idx val="4"/>
              <c:layout>
                <c:manualLayout>
                  <c:x val="1.1745705476435178E-2"/>
                  <c:y val="4.6332516441953131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Heel/Tip height inconsistent,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3.88%</a:t>
                    </a:r>
                    <a:endParaRPr lang="en-US" sz="10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5489972797593525"/>
                      <c:h val="0.1220028948417276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F975-4A7F-AB1F-4337D9DA94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'RE-JV'!$A$6:$A$10</c:f>
              <c:strCache>
                <c:ptCount val="5"/>
                <c:pt idx="0">
                  <c:v>Midsole/Outsole to upper bond gap</c:v>
                </c:pt>
                <c:pt idx="1">
                  <c:v>Over cement</c:v>
                </c:pt>
                <c:pt idx="2">
                  <c:v>Cleanness</c:v>
                </c:pt>
                <c:pt idx="3">
                  <c:v>Thread end</c:v>
                </c:pt>
                <c:pt idx="4">
                  <c:v>Heel/Tip height inconsistent</c:v>
                </c:pt>
              </c:strCache>
            </c:strRef>
          </c:cat>
          <c:val>
            <c:numRef>
              <c:f>'RE-JV'!$D$6:$D$10</c:f>
              <c:numCache>
                <c:formatCode>0.00%</c:formatCode>
                <c:ptCount val="5"/>
                <c:pt idx="0">
                  <c:v>0.20221606648199447</c:v>
                </c:pt>
                <c:pt idx="1">
                  <c:v>0.18975069252077562</c:v>
                </c:pt>
                <c:pt idx="2">
                  <c:v>0.17520775623268697</c:v>
                </c:pt>
                <c:pt idx="3">
                  <c:v>0.13019390581717452</c:v>
                </c:pt>
                <c:pt idx="4">
                  <c:v>3.8781163434903045E-2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75-4A7F-AB1F-4337D9DA94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4"/>
        <c:overlap val="40"/>
        <c:axId val="560799717"/>
        <c:axId val="945051863"/>
      </c:barChart>
      <c:catAx>
        <c:axId val="560799717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945051863"/>
        <c:crosses val="autoZero"/>
        <c:auto val="1"/>
        <c:lblAlgn val="ctr"/>
        <c:lblOffset val="100"/>
        <c:noMultiLvlLbl val="0"/>
      </c:catAx>
      <c:valAx>
        <c:axId val="945051863"/>
        <c:scaling>
          <c:orientation val="minMax"/>
          <c:max val="580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560799717"/>
        <c:crosses val="autoZero"/>
        <c:crossBetween val="between"/>
        <c:majorUnit val="200"/>
      </c:valAx>
      <c:spPr>
        <a:gradFill>
          <a:gsLst>
            <a:gs pos="21000">
              <a:srgbClr val="DBDBDB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rgbClr val="C9C9C9"/>
            </a:gs>
          </a:gsLst>
          <a:lin ang="21594000" scaled="0"/>
        </a:gra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3e12eff-4f1e-4651-b698-3a1499274226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  <a:endParaRPr lang="vi-VN"/>
    </a:p>
  </c:txPr>
  <c:externalData r:id="rId1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062289247775253E-2"/>
          <c:y val="0"/>
          <c:w val="0.966390160183066"/>
          <c:h val="0.8265524625267669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'RE-JV2'!$C$4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'RE-JV2'!$A$5:$A$9</c:f>
              <c:strCache>
                <c:ptCount val="5"/>
                <c:pt idx="0">
                  <c:v>Over cement</c:v>
                </c:pt>
                <c:pt idx="1">
                  <c:v>Cleanness</c:v>
                </c:pt>
                <c:pt idx="2">
                  <c:v>Midsole/Outsole to upper bond gap</c:v>
                </c:pt>
                <c:pt idx="3">
                  <c:v>Thread end</c:v>
                </c:pt>
                <c:pt idx="4">
                  <c:v>Toe off center</c:v>
                </c:pt>
              </c:strCache>
            </c:strRef>
          </c:cat>
          <c:val>
            <c:numRef>
              <c:f>'RE-JV2'!$C$5:$C$9</c:f>
              <c:numCache>
                <c:formatCode>General</c:formatCode>
                <c:ptCount val="5"/>
                <c:pt idx="0">
                  <c:v>336</c:v>
                </c:pt>
                <c:pt idx="1">
                  <c:v>303</c:v>
                </c:pt>
                <c:pt idx="2">
                  <c:v>195</c:v>
                </c:pt>
                <c:pt idx="3">
                  <c:v>171</c:v>
                </c:pt>
                <c:pt idx="4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5-4E96-A098-249EBFC286CE}"/>
            </c:ext>
          </c:extLst>
        </c:ser>
        <c:ser>
          <c:idx val="1"/>
          <c:order val="1"/>
          <c:tx>
            <c:strRef>
              <c:f>'RE-JV2'!$D$4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1.1560736408987783E-7"/>
                  <c:y val="1.4138118790660154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Over cement,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21.62%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460033146943425"/>
                      <c:h val="0.1379099315690060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FA75-4E96-A098-249EBFC286CE}"/>
                </c:ext>
              </c:extLst>
            </c:dLbl>
            <c:dLbl>
              <c:idx val="1"/>
              <c:layout>
                <c:manualLayout>
                  <c:x val="0"/>
                  <c:y val="2.9354734853839572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Cleanness</a:t>
                    </a:r>
                    <a:r>
                      <a:rPr lang="en-US" dirty="0"/>
                      <a:t>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19.5%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576357276697444"/>
                      <c:h val="0.1131085985190157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FA75-4E96-A098-249EBFC286CE}"/>
                </c:ext>
              </c:extLst>
            </c:dLbl>
            <c:dLbl>
              <c:idx val="2"/>
              <c:layout>
                <c:manualLayout>
                  <c:x val="-3.3239429325056464E-3"/>
                  <c:y val="3.4067745133537518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Midsole/Outsole to upper bond gap</a:t>
                    </a:r>
                    <a:r>
                      <a:rPr lang="en-US" sz="900" dirty="0"/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12.55%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609605954611621"/>
                      <c:h val="9.061474800557808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FA75-4E96-A098-249EBFC286CE}"/>
                </c:ext>
              </c:extLst>
            </c:dLbl>
            <c:dLbl>
              <c:idx val="3"/>
              <c:layout>
                <c:manualLayout>
                  <c:x val="0.43819491586558468"/>
                  <c:y val="3.6765128375377244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Thread end</a:t>
                    </a:r>
                    <a:r>
                      <a:rPr lang="en-US" sz="900" dirty="0"/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11%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2771570946852053"/>
                      <c:h val="0.11301739367567373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FA75-4E96-A098-249EBFC286CE}"/>
                </c:ext>
              </c:extLst>
            </c:dLbl>
            <c:dLbl>
              <c:idx val="4"/>
              <c:layout>
                <c:manualLayout>
                  <c:x val="-5.8728540961076421E-3"/>
                  <c:y val="4.633297246616985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Toe off center,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5.28%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775803101236901"/>
                      <c:h val="8.357008590584194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FA75-4E96-A098-249EBFC286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'RE-JV2'!$A$5:$A$9</c:f>
              <c:strCache>
                <c:ptCount val="5"/>
                <c:pt idx="0">
                  <c:v>Over cement</c:v>
                </c:pt>
                <c:pt idx="1">
                  <c:v>Cleanness</c:v>
                </c:pt>
                <c:pt idx="2">
                  <c:v>Midsole/Outsole to upper bond gap</c:v>
                </c:pt>
                <c:pt idx="3">
                  <c:v>Thread end</c:v>
                </c:pt>
                <c:pt idx="4">
                  <c:v>Toe off center</c:v>
                </c:pt>
              </c:strCache>
            </c:strRef>
          </c:cat>
          <c:val>
            <c:numRef>
              <c:f>'RE-JV2'!$D$5:$D$9</c:f>
              <c:numCache>
                <c:formatCode>0.00%</c:formatCode>
                <c:ptCount val="5"/>
                <c:pt idx="0">
                  <c:v>0.21621621621621623</c:v>
                </c:pt>
                <c:pt idx="1">
                  <c:v>0.19498069498069498</c:v>
                </c:pt>
                <c:pt idx="2">
                  <c:v>0.12548262548262548</c:v>
                </c:pt>
                <c:pt idx="3">
                  <c:v>0.11003861003861004</c:v>
                </c:pt>
                <c:pt idx="4">
                  <c:v>5.276705276705277E-2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A75-4E96-A098-249EBFC286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4"/>
        <c:overlap val="40"/>
        <c:axId val="702337599"/>
        <c:axId val="807014670"/>
      </c:barChart>
      <c:catAx>
        <c:axId val="702337599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807014670"/>
        <c:crosses val="autoZero"/>
        <c:auto val="1"/>
        <c:lblAlgn val="ctr"/>
        <c:lblOffset val="100"/>
        <c:noMultiLvlLbl val="0"/>
      </c:catAx>
      <c:valAx>
        <c:axId val="807014670"/>
        <c:scaling>
          <c:orientation val="minMax"/>
          <c:max val="500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702337599"/>
        <c:crosses val="autoZero"/>
        <c:crossBetween val="between"/>
        <c:majorUnit val="200"/>
      </c:valAx>
      <c:spPr>
        <a:gradFill>
          <a:gsLst>
            <a:gs pos="21000">
              <a:srgbClr val="DBDBDB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rgbClr val="C9C9C9"/>
            </a:gs>
          </a:gsLst>
          <a:lin ang="21594000" scaled="0"/>
        </a:gra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0d804da-2927-439c-b0d2-949a460c17bf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 sz="1000">
          <a:solidFill>
            <a:schemeClr val="bg1"/>
          </a:solidFill>
        </a:defRPr>
      </a:pPr>
      <a:endParaRPr lang="vi-VN"/>
    </a:p>
  </c:txPr>
  <c:externalData r:id="rId1">
    <c:autoUpdate val="1"/>
  </c:externalData>
</c:chartSpace>
</file>

<file path=ppt/charts/chart8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4/chart" xmlns:ns5="https://web.wps.cn/et/2018/main" xmlns:ns6="http://schemas.openxmlformats.org/officeDocument/2006/relationships">
  <ns0:date1904 val="0"/>
  <ns0:lang val="en-US"/>
  <ns0:roundedCorners val="0"/>
  <ns1:AlternateContent>
    <ns1:Choice Requires="c14">
      <ns2:style val="102"/>
    </ns1:Choice>
    <ns1:Fallback>
      <ns0:style val="2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0.38287461773700299"/>
          <ns0:y val="3.1421446384039903E-2"/>
          <ns0:w val="0.60795107033639095"/>
          <ns0:h val="0.95361596009975103"/>
        </ns0:manualLayout>
      </ns0:layout>
      <ns0:pie3DChart>
        <ns0:varyColors val="1"/>
        <ns0:ser>
          <ns0:idx val="0"/>
          <ns0:order val="0"/>
          <ns0:tx>
            <ns0:strRef>
              <ns0:f>'re-vh'!$G$7</ns0:f>
              <ns0:strCache>
                <ns0:ptCount val="1"/>
                <ns0:pt idx="0">
                  <ns0:v>Grand Total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dPt>
            <ns0:idx val="0"/>
            <ns0:bubble3D val="0"/>
            <ns0:spPr>
              <ns3:solidFill>
                <ns3:srgbClr val="4F81BD"/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1-6CA2-491A-8676-5A4E00E07B04}"/>
              </ns0:ext>
            </ns0:extLst>
          </ns0:dPt>
          <ns0:dPt>
            <ns0:idx val="1"/>
            <ns0:bubble3D val="0"/>
            <ns0:spPr>
              <ns3:solidFill>
                <ns3:srgbClr val="9BBB59"/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3-6CA2-491A-8676-5A4E00E07B04}"/>
              </ns0:ext>
            </ns0:extLst>
          </ns0:dPt>
          <ns0:dPt>
            <ns0:idx val="2"/>
            <ns0:bubble3D val="0"/>
            <ns0:spPr>
              <ns3:solidFill>
                <ns3:schemeClr val="accent5"/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5-6CA2-491A-8676-5A4E00E07B04}"/>
              </ns0:ext>
            </ns0:extLst>
          </ns0:dPt>
          <ns0:dPt>
            <ns0:idx val="3"/>
            <ns0:bubble3D val="0"/>
            <ns0:spPr>
              <ns3:solidFill>
                <ns3:schemeClr val="accent1">
                  <ns3:lumMod val="6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7-6CA2-491A-8676-5A4E00E07B04}"/>
              </ns0:ext>
            </ns0:extLst>
          </ns0:dPt>
          <ns0:dPt>
            <ns0:idx val="4"/>
            <ns0:bubble3D val="0"/>
            <ns0:spPr>
              <ns3:solidFill>
                <ns3:srgbClr val="5F7530"/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9-6CA2-491A-8676-5A4E00E07B04}"/>
              </ns0:ext>
            </ns0:extLst>
          </ns0:dPt>
          <ns0:dPt>
            <ns0:idx val="5"/>
            <ns0:bubble3D val="0"/>
            <ns0:spPr>
              <ns3:solidFill>
                <ns3:srgbClr val="CBCBCB"/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B-6CA2-491A-8676-5A4E00E07B04}"/>
              </ns0:ext>
            </ns0:extLst>
          </ns0:dPt>
          <ns0:dLbls>
            <ns0:dLbl>
              <ns0:idx val="4"/>
              <ns0:layout>
                <ns0:manualLayout>
                  <ns0:x val="0.1304384887668858"/>
                  <ns0:y val="1.2861967444239134E-2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/>
                <ns0:ext uri="{C3380CC4-5D6E-409C-BE32-E72D297353CC}">
                  <ns4:uniqueId val="{00000009-6CA2-491A-8676-5A4E00E07B04}"/>
                </ns0:ext>
              </ns0:extLst>
            </ns0:dLbl>
            <ns0:dLbl>
              <ns0:idx val="5"/>
              <ns0:numFmt formatCode="0.0%" sourceLinked="0"/>
              <ns0:spPr>
                <ns3:noFill/>
                <ns3:ln>
                  <ns3:noFill/>
                </ns3:ln>
                <ns3:effectLst/>
              </ns0:spPr>
              <ns0:txPr>
                <ns3:bodyPr rot="0" spcFirstLastPara="0" vertOverflow="ellipsis" vert="horz" wrap="square" lIns="38100" tIns="19050" rIns="38100" bIns="19050" anchor="ctr" anchorCtr="1"/>
                <ns3:lstStyle/>
                <ns3:p>
                  <ns3:pPr>
                    <ns3:defRPr lang="en-US" sz="700" b="1" i="0" u="none" strike="noStrike" kern="1200" baseline="0">
                      <ns3:solidFill>
                        <ns3:schemeClr val="bg1"/>
                      </ns3:solidFill>
                      <ns3:latin typeface="+mn-lt"/>
                      <ns3:ea typeface="+mn-ea"/>
                      <ns3:cs typeface="+mn-cs"/>
                    </ns3:defRPr>
                  </ns3:pPr>
                  <ns3:endParaRPr lang="vi-VN"/>
                </ns3:p>
              </ns0:txPr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3380CC4-5D6E-409C-BE32-E72D297353CC}">
                  <ns4:uniqueId val="{0000000B-6CA2-491A-8676-5A4E00E07B04}"/>
                </ns0:ext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  <ns3:endParaRPr lang="vi-VN"/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0"/>
            <ns0:extLst>
              <ns0:ext uri="{CE6537A1-D6FC-4f65-9D91-7224C49458BB}"/>
            </ns0:extLst>
          </ns0:dLbls>
          <ns0:cat>
            <ns0:strRef>
              <ns0:f>'re-vh'!$F$8:$F$13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CHINA</ns0:v>
                </ns0:pt>
                <ns0:pt idx="3">
                  <ns0:v>MEXICO</ns0:v>
                </ns0:pt>
                <ns0:pt idx="4">
                  <ns0:v>JAPAN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're-vh'!$G$8:$G$13</ns0:f>
              <ns0:numCache>
                <ns0:formatCode>General</ns0:formatCode>
                <ns0:ptCount val="6"/>
                <ns0:pt idx="0">
                  <ns0:v>136</ns0:v>
                </ns0:pt>
                <ns0:pt idx="1">
                  <ns0:v>58</ns0:v>
                </ns0:pt>
                <ns0:pt idx="2">
                  <ns0:v>30</ns0:v>
                </ns0:pt>
                <ns0:pt idx="3">
                  <ns0:v>14</ns0:v>
                </ns0:pt>
                <ns0:pt idx="4">
                  <ns0:v>12</ns0:v>
                </ns0:pt>
                <ns0:pt idx="5">
                  <ns0:v>53</ns0:v>
                </ns0:pt>
              </ns0:numCache>
            </ns0:numRef>
          </ns0:val>
          <ns0:extLst>
            <ns0:ext uri="{C3380CC4-5D6E-409C-BE32-E72D297353CC}">
              <ns4:uniqueId val="{0000000C-6CA2-491A-8676-5A4E00E07B04}"/>
            </ns0:ext>
          </ns0:extLst>
        </ns0:ser>
        <ns0:ser>
          <ns0:idx val="1"/>
          <ns0:order val="1"/>
          <ns0:tx>
            <ns0:strRef>
              <ns0:f>'re-vh'!$I$7</ns0:f>
              <ns0:strCache>
                <ns0:ptCount val="1"/>
                <ns0:pt idx="0">
                  <ns0:v>%</ns0:v>
                </ns0:pt>
              </ns0:strCache>
            </ns0:strRef>
          </ns0:tx>
          <ns0:dLbls>
            <ns0:spPr>
              <ns3:noFill/>
              <ns3:ln>
                <ns3:noFill/>
              </ns3:ln>
              <ns3:effectLst/>
            </ns0:spPr>
            <ns0:showLegendKey val="0"/>
            <ns0:showVal val="0"/>
            <ns0:showCatName val="0"/>
            <ns0:showSerName val="0"/>
            <ns0:showPercent val="1"/>
            <ns0:showBubbleSize val="0"/>
            <ns0:showLeaderLines val="1"/>
            <ns0:extLst>
              <ns0:ext uri="{CE6537A1-D6FC-4f65-9D91-7224C49458BB}"/>
            </ns0:extLst>
          </ns0:dLbls>
          <ns0:cat>
            <ns0:strRef>
              <ns0:f>'re-vh'!$F$8:$F$13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CHINA</ns0:v>
                </ns0:pt>
                <ns0:pt idx="3">
                  <ns0:v>MEXICO</ns0:v>
                </ns0:pt>
                <ns0:pt idx="4">
                  <ns0:v>JAPAN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're-vh'!$I$8:$I$13</ns0:f>
              <ns0:numCache>
                <ns0:formatCode>0.00%</ns0:formatCode>
                <ns0:ptCount val="6"/>
                <ns0:pt idx="0">
                  <ns0:v>0.44884488448844884</ns0:v>
                </ns0:pt>
                <ns0:pt idx="1">
                  <ns0:v>0.19141914191419143</ns0:v>
                </ns0:pt>
                <ns0:pt idx="2">
                  <ns0:v>9.9009900990099015E-2</ns0:v>
                </ns0:pt>
                <ns0:pt idx="3">
                  <ns0:v>4.6204620462046202E-2</ns0:v>
                </ns0:pt>
                <ns0:pt idx="4">
                  <ns0:v>3.9603960396039604E-2</ns0:v>
                </ns0:pt>
                <ns0:pt idx="5">
                  <ns0:v>0.17491749174917492</ns0:v>
                </ns0:pt>
              </ns0:numCache>
            </ns0:numRef>
          </ns0:val>
          <ns0:extLst>
            <ns0:ext uri="{C3380CC4-5D6E-409C-BE32-E72D297353CC}">
              <ns4:uniqueId val="{00000027-6CA2-491A-8676-5A4E00E07B04}"/>
            </ns0:ext>
          </ns0:extLst>
        </ns0:ser>
        <ns0:dLbls>
          <ns0:showLegendKey val="0"/>
          <ns0:showVal val="0"/>
          <ns0:showCatName val="0"/>
          <ns0:showSerName val="0"/>
          <ns0:showPercent val="1"/>
          <ns0:showBubbleSize val="0"/>
          <ns0:showLeaderLines val="0"/>
        </ns0:dLbls>
      </ns0:pie3DChart>
      <ns0:spPr>
        <ns3:noFill/>
        <ns3:ln>
          <ns3:noFill/>
        </ns3:ln>
        <ns3:effectLst/>
      </ns0:spPr>
    </ns0:plotArea>
    <ns0:legend>
      <ns0:legendPos val="b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ln>
                  <ns3:noFill/>
                </ns3:ln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ayout>
        <ns0:manualLayout>
          <ns0:xMode val="edge"/>
          <ns0:yMode val="edge"/>
          <ns0:x val="9.1743119266055051E-3"/>
          <ns0:y val="0.12752127458614193"/>
          <ns0:w val="0.25013460473404125"/>
          <ns0:h val="0.63685076229134319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  <ns3:endParaRPr lang="vi-VN"/>
        </ns3:p>
      </ns0:txPr>
    </ns0:legend>
    <ns0:plotVisOnly val="1"/>
    <ns0:dispBlanksAs val="gap"/>
    <ns0:showDLblsOverMax val="0"/>
    <ns0:extLst>
      <ns0:ext uri="{0b15fc19-7d7d-44ad-8c2d-2c3a37ce22c3}">
        <ns5:chartProps chartId="{4a1444a9-1d7f-4cf6-a83d-faa6caa2afb3}"/>
      </ns0:ext>
    </ns0:extLst>
  </ns0:chart>
  <ns0:spPr>
    <ns3:noFill/>
    <ns3:ln w="9525" cap="flat" cmpd="sng" algn="ctr">
      <ns3:noFill/>
      <ns3:round/>
    </ns3:ln>
    <ns3:effectLst/>
  </ns0:spPr>
  <ns0:txPr>
    <ns3:bodyPr wrap="square"/>
    <ns3:lstStyle/>
    <ns3:p>
      <ns3:pPr>
        <ns3:defRPr lang="en-US" sz="800"/>
      </ns3:pPr>
      <ns3:endParaRPr lang="vi-VN"/>
    </ns3:p>
  </ns0:txPr>
  <ns0:externalData ns6:id="rId1">
    <ns0:autoUpdate val="1"/>
  </ns0:externalData>
</ns0:chartSpace>
</file>

<file path=ppt/charts/chart9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4/chart" xmlns:ns5="http://schemas.microsoft.com/office/drawing/2012/chart" xmlns:ns6="https://web.wps.cn/et/2018/main" xmlns:ns7="http://schemas.openxmlformats.org/officeDocument/2006/relationships">
  <ns0:date1904 val="0"/>
  <ns0:lang val="en-US"/>
  <ns0:roundedCorners val="0"/>
  <ns1:AlternateContent>
    <ns1:Choice Requires="c14">
      <ns2:style val="102"/>
    </ns1:Choice>
    <ns1:Fallback>
      <ns0:style val="2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0.39340256566890702"/>
          <ns0:y val="2.4925224327018901E-2"/>
          <ns0:w val="0.597434331093464"/>
          <ns0:h val="0.96011964107676995"/>
        </ns0:manualLayout>
      </ns0:layout>
      <ns0:pie3DChart>
        <ns0:varyColors val="1"/>
        <ns0:ser>
          <ns0:idx val="0"/>
          <ns0:order val="0"/>
          <ns0:tx>
            <ns0:strRef>
              <ns0:f>'re-vh2'!$H$6</ns0:f>
              <ns0:strCache>
                <ns0:ptCount val="1"/>
                <ns0:pt idx="0">
                  <ns0:v>Grand Total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dPt>
            <ns0:idx val="0"/>
            <ns0:bubble3D val="0"/>
            <ns0:spPr>
              <ns3:solidFill>
                <ns3:srgbClr val="4F81BD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1-8FFA-4CF5-8D3E-CB3CC4B0C93A}"/>
              </ns0:ext>
            </ns0:extLst>
          </ns0:dPt>
          <ns0:dPt>
            <ns0:idx val="1"/>
            <ns0:bubble3D val="0"/>
            <ns0:spPr>
              <ns3:solidFill>
                <ns3:srgbClr val="9BBB59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3-8FFA-4CF5-8D3E-CB3CC4B0C93A}"/>
              </ns0:ext>
            </ns0:extLst>
          </ns0:dPt>
          <ns0:dPt>
            <ns0:idx val="2"/>
            <ns0:bubble3D val="0"/>
            <ns0:spPr>
              <ns3:solidFill>
                <ns3:srgbClr val="5F7530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5-8FFA-4CF5-8D3E-CB3CC4B0C93A}"/>
              </ns0:ext>
            </ns0:extLst>
          </ns0:dPt>
          <ns0:dPt>
            <ns0:idx val="3"/>
            <ns0:bubble3D val="0"/>
            <ns0:spPr>
              <ns3:solidFill>
                <ns3:srgbClr val="4BACC6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7-8FFA-4CF5-8D3E-CB3CC4B0C93A}"/>
              </ns0:ext>
            </ns0:extLst>
          </ns0:dPt>
          <ns0:dPt>
            <ns0:idx val="4"/>
            <ns0:bubble3D val="0"/>
            <ns0:spPr>
              <ns3:solidFill>
                <ns3:srgbClr val="134D18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9-8FFA-4CF5-8D3E-CB3CC4B0C93A}"/>
              </ns0:ext>
            </ns0:extLst>
          </ns0:dPt>
          <ns0:dPt>
            <ns0:idx val="5"/>
            <ns0:bubble3D val="0"/>
            <ns0:spPr>
              <ns3:solidFill>
                <ns3:schemeClr val="bg1">
                  <ns3:lumMod val="75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B-8FFA-4CF5-8D3E-CB3CC4B0C93A}"/>
              </ns0:ext>
            </ns0:extLst>
          </ns0:dPt>
          <ns0:dLbls>
            <ns0:dLbl>
              <ns0:idx val="0"/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4175691937424789"/>
                      <ns0:h val="0.12596867922842445"/>
                    </ns0:manualLayout>
                  </ns5:layout>
                </ns0:ext>
                <ns0:ext uri="{C3380CC4-5D6E-409C-BE32-E72D297353CC}">
                  <ns4:uniqueId val="{00000001-8FFA-4CF5-8D3E-CB3CC4B0C93A}"/>
                </ns0:ext>
              </ns0:extLst>
            </ns0:dLbl>
            <ns0:dLbl>
              <ns0:idx val="1"/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4175691937424789"/>
                      <ns0:h val="0.12596867922842445"/>
                    </ns0:manualLayout>
                  </ns5:layout>
                </ns0:ext>
                <ns0:ext uri="{C3380CC4-5D6E-409C-BE32-E72D297353CC}">
                  <ns4:uniqueId val="{00000003-8FFA-4CF5-8D3E-CB3CC4B0C93A}"/>
                </ns0:ext>
              </ns0:extLst>
            </ns0:dLbl>
            <ns0:dLbl>
              <ns0:idx val="2"/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4175691937424789"/>
                      <ns0:h val="0.12596867922842445"/>
                    </ns0:manualLayout>
                  </ns5:layout>
                </ns0:ext>
                <ns0:ext uri="{C3380CC4-5D6E-409C-BE32-E72D297353CC}">
                  <ns4:uniqueId val="{00000005-8FFA-4CF5-8D3E-CB3CC4B0C93A}"/>
                </ns0:ext>
              </ns0:extLst>
            </ns0:dLbl>
            <ns0:dLbl>
              <ns0:idx val="3"/>
              <ns0:layout>
                <ns0:manualLayout>
                  <ns0:x val="0.1328463003496404"/>
                  <ns0:y val="-0.17995439690160109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5649819494584835"/>
                      <ns0:h val="0.12596867922842445"/>
                    </ns0:manualLayout>
                  </ns5:layout>
                </ns0:ext>
                <ns0:ext uri="{C3380CC4-5D6E-409C-BE32-E72D297353CC}">
                  <ns4:uniqueId val="{00000007-8FFA-4CF5-8D3E-CB3CC4B0C93A}"/>
                </ns0:ext>
              </ns0:extLst>
            </ns0:dLbl>
            <ns0:dLbl>
              <ns0:idx val="4"/>
              <ns0:layout>
                <ns0:manualLayout>
                  <ns0:x val="0.11708121322379823"/>
                  <ns0:y val="-0.12753145307898242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203971119133574"/>
                      <ns0:h val="0.12596867922842445"/>
                    </ns0:manualLayout>
                  </ns5:layout>
                </ns0:ext>
                <ns0:ext uri="{C3380CC4-5D6E-409C-BE32-E72D297353CC}">
                  <ns4:uniqueId val="{00000009-8FFA-4CF5-8D3E-CB3CC4B0C93A}"/>
                </ns0:ext>
              </ns0:extLst>
            </ns0:dLbl>
            <ns0:dLbl>
              <ns0:idx val="5"/>
              <ns0:layout>
                <ns0:manualLayout>
                  <ns0:x val="0.12116748998311669"/>
                  <ns0:y val="0.11512916148639314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4175691937424789"/>
                      <ns0:h val="0.12596867922842445"/>
                    </ns0:manualLayout>
                  </ns5:layout>
                  <ns5:dlblFieldTable/>
                  <ns5:showDataLabelsRange val="0"/>
                </ns0:ext>
                <ns0:ext uri="{C3380CC4-5D6E-409C-BE32-E72D297353CC}">
                  <ns4:uniqueId val="{0000000B-8FFA-4CF5-8D3E-CB3CC4B0C93A}"/>
                </ns0:ext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>
                <ns3:noAutofit/>
              </ns3:bodyPr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  <ns3:endParaRPr lang="vi-VN"/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1"/>
            <ns0:leaderLines>
              <ns0:spPr>
                <ns3:ln w="9525" cap="flat" cmpd="sng" algn="ctr">
                  <ns3:solidFill>
                    <ns3:schemeClr val="tx1">
                      <ns3:shade val="95000"/>
                      <ns3:satMod val="105000"/>
                    </ns3:schemeClr>
                  </ns3:solidFill>
                  <ns3:prstDash val="solid"/>
                  <ns3:round/>
                </ns3:ln>
                <ns3:effectLst/>
              </ns0:spPr>
            </ns0:leaderLines>
            <ns0:extLst>
              <ns0:ext uri="{CE6537A1-D6FC-4f65-9D91-7224C49458BB}">
                <ns5:spPr>
                  <ns3:prstGeom prst="rect">
                    <ns3:avLst/>
                  </ns3:prstGeom>
                </ns5:spPr>
              </ns0:ext>
            </ns0:extLst>
          </ns0:dLbls>
          <ns0:cat>
            <ns0:strRef>
              <ns0:f>'re-vh2'!$G$7:$G$12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JAPAN</ns0:v>
                </ns0:pt>
                <ns0:pt idx="3">
                  <ns0:v>CHINA</ns0:v>
                </ns0:pt>
                <ns0:pt idx="4">
                  <ns0:v>INDIA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're-vh2'!$H$7:$H$12</ns0:f>
              <ns0:numCache>
                <ns0:formatCode>General</ns0:formatCode>
                <ns0:ptCount val="6"/>
                <ns0:pt idx="0">
                  <ns0:v>10</ns0:v>
                </ns0:pt>
                <ns0:pt idx="1">
                  <ns0:v>5</ns0:v>
                </ns0:pt>
                <ns0:pt idx="2">
                  <ns0:v>5</ns0:v>
                </ns0:pt>
                <ns0:pt idx="3">
                  <ns0:v>4</ns0:v>
                </ns0:pt>
                <ns0:pt idx="4">
                  <ns0:v>2</ns0:v>
                </ns0:pt>
                <ns0:pt idx="5">
                  <ns0:v>8</ns0:v>
                </ns0:pt>
              </ns0:numCache>
            </ns0:numRef>
          </ns0:val>
          <ns0:extLst>
            <ns0:ext uri="{C3380CC4-5D6E-409C-BE32-E72D297353CC}">
              <ns4:uniqueId val="{0000000C-8FFA-4CF5-8D3E-CB3CC4B0C93A}"/>
            </ns0:ext>
          </ns0:extLst>
        </ns0:ser>
        <ns0:ser>
          <ns0:idx val="1"/>
          <ns0:order val="1"/>
          <ns0:tx>
            <ns0:strRef>
              <ns0:f>'re-vh2'!$J$6</ns0:f>
              <ns0:strCache>
                <ns0:ptCount val="1"/>
                <ns0:pt idx="0">
                  <ns0:v>%</ns0:v>
                </ns0:pt>
              </ns0:strCache>
            </ns0:strRef>
          </ns0:tx>
          <ns0:cat>
            <ns0:strRef>
              <ns0:f>'re-vh2'!$G$7:$G$12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JAPAN</ns0:v>
                </ns0:pt>
                <ns0:pt idx="3">
                  <ns0:v>CHINA</ns0:v>
                </ns0:pt>
                <ns0:pt idx="4">
                  <ns0:v>INDIA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're-vh2'!$J$7:$J$12</ns0:f>
              <ns0:numCache>
                <ns0:formatCode>0.00%</ns0:formatCode>
                <ns0:ptCount val="6"/>
                <ns0:pt idx="0">
                  <ns0:v>0.29411764705882354</ns0:v>
                </ns0:pt>
                <ns0:pt idx="1">
                  <ns0:v>0.14705882352941177</ns0:v>
                </ns0:pt>
                <ns0:pt idx="2">
                  <ns0:v>0.14705882352941177</ns0:v>
                </ns0:pt>
                <ns0:pt idx="3">
                  <ns0:v>0.11764705882352941</ns0:v>
                </ns0:pt>
                <ns0:pt idx="4">
                  <ns0:v>5.8823529411764705E-2</ns0:v>
                </ns0:pt>
                <ns0:pt idx="5">
                  <ns0:v>0.23529411764705882</ns0:v>
                </ns0:pt>
              </ns0:numCache>
            </ns0:numRef>
          </ns0:val>
          <ns0:extLst>
            <ns0:ext uri="{C3380CC4-5D6E-409C-BE32-E72D297353CC}">
              <ns4:uniqueId val="{00000027-8FFA-4CF5-8D3E-CB3CC4B0C93A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  <ns0:showLeaderLines val="1"/>
        </ns0:dLbls>
      </ns0:pie3DChart>
      <ns0:spPr>
        <ns3:noFill/>
        <ns3:ln>
          <ns3:noFill/>
        </ns3:ln>
        <ns3:effectLst/>
      </ns0:spPr>
    </ns0:plotArea>
    <ns0:legend>
      <ns0:legendPos val="r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ayout>
        <ns0:manualLayout>
          <ns0:xMode val="edge"/>
          <ns0:yMode val="edge"/>
          <ns0:x val="0"/>
          <ns0:y val="0.18275948575375703"/>
          <ns0:w val="0.39792963605181114"/>
          <ns0:h val="0.58665877404300493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  <ns3:endParaRPr lang="vi-VN"/>
        </ns3:p>
      </ns0:txPr>
    </ns0:legend>
    <ns0:plotVisOnly val="1"/>
    <ns0:dispBlanksAs val="gap"/>
    <ns0:showDLblsOverMax val="0"/>
    <ns0:extLst>
      <ns0:ext uri="{0b15fc19-7d7d-44ad-8c2d-2c3a37ce22c3}">
        <ns6:chartProps chartId="{4ac9024e-27f2-4e20-97b0-4e498308b851}"/>
      </ns0:ext>
    </ns0:extLst>
  </ns0:chart>
  <ns0:spPr>
    <ns3:noFill/>
    <ns3:ln w="9525" cap="flat" cmpd="sng" algn="ctr">
      <ns3:noFill/>
      <ns3:prstDash val="solid"/>
      <ns3:round/>
    </ns3:ln>
    <ns3:effectLst/>
  </ns0:spPr>
  <ns0:txPr>
    <ns3:bodyPr wrap="square"/>
    <ns3:lstStyle/>
    <ns3:p>
      <ns3:pPr>
        <ns3:defRPr lang="en-US" sz="900"/>
      </ns3:pPr>
      <ns3:endParaRPr lang="vi-VN"/>
    </ns3:p>
  </ns0:txPr>
  <ns0:externalData ns7:id="rId1">
    <ns0:autoUpdate val="1"/>
  </ns0:externalData>
</ns0:chartSpace>
</file>

<file path=ppt/charts/chart10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4/chart" xmlns:ns5="http://schemas.microsoft.com/office/drawing/2012/chart" xmlns:ns6="https://web.wps.cn/et/2018/main" xmlns:ns7="http://schemas.openxmlformats.org/officeDocument/2006/relationships">
  <ns0:date1904 val="0"/>
  <ns0:lang val="en-US"/>
  <ns0:roundedCorners val="0"/>
  <ns1:AlternateContent>
    <ns1:Choice Requires="c14">
      <ns2:style val="103"/>
    </ns1:Choice>
    <ns1:Fallback>
      <ns0:style val="3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0"/>
          <ns0:y val="0.13413678719994745"/>
          <ns0:w val="0.59664811767407855"/>
          <ns0:h val="0.74264455739657598"/>
        </ns0:manualLayout>
      </ns0:layout>
      <ns0:pie3DChart>
        <ns0:varyColors val="1"/>
        <ns0:ser>
          <ns0:idx val="0"/>
          <ns0:order val="0"/>
          <ns0:tx>
            <ns0:strRef>
              <ns0:f>'RE-JV2'!$H$8</ns0:f>
              <ns0:strCache>
                <ns0:ptCount val="1"/>
                <ns0:pt idx="0">
                  <ns0:v>Grand Total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dPt>
            <ns0:idx val="0"/>
            <ns0:bubble3D val="0"/>
            <ns0:spPr>
              <ns3:solidFill>
                <ns3:srgbClr val="4F81BD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1-4368-4516-9E3D-0520A6391040}"/>
              </ns0:ext>
            </ns0:extLst>
          </ns0:dPt>
          <ns0:dPt>
            <ns0:idx val="1"/>
            <ns0:bubble3D val="0"/>
            <ns0:spPr>
              <ns3:solidFill>
                <ns3:srgbClr val="9BBB59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3-4368-4516-9E3D-0520A6391040}"/>
              </ns0:ext>
            </ns0:extLst>
          </ns0:dPt>
          <ns0:dPt>
            <ns0:idx val="2"/>
            <ns0:bubble3D val="0"/>
            <ns0:spPr>
              <ns3:solidFill>
                <ns3:schemeClr val="accent6">
                  <ns3:lumMod val="40000"/>
                  <ns3:lumOff val="60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5-4368-4516-9E3D-0520A6391040}"/>
              </ns0:ext>
            </ns0:extLst>
          </ns0:dPt>
          <ns0:dPt>
            <ns0:idx val="3"/>
            <ns0:bubble3D val="0"/>
            <ns0:spPr>
              <ns3:solidFill>
                <ns3:srgbClr val="403152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7-4368-4516-9E3D-0520A6391040}"/>
              </ns0:ext>
            </ns0:extLst>
          </ns0:dPt>
          <ns0:dPt>
            <ns0:idx val="4"/>
            <ns0:bubble3D val="0"/>
            <ns0:spPr>
              <ns3:solidFill>
                <ns3:srgbClr val="2C4D75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9-4368-4516-9E3D-0520A6391040}"/>
              </ns0:ext>
            </ns0:extLst>
          </ns0:dPt>
          <ns0:dPt>
            <ns0:idx val="5"/>
            <ns0:bubble3D val="0"/>
            <ns0:spPr>
              <ns3:solidFill>
                <ns3:schemeClr val="bg1">
                  <ns3:lumMod val="75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B-4368-4516-9E3D-0520A6391040}"/>
              </ns0:ext>
            </ns0:extLst>
          </ns0:dPt>
          <ns0:dLbls>
            <ns0:dLbl>
              <ns0:idx val="5"/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dlblFieldTable/>
                  <ns5:showDataLabelsRange val="0"/>
                </ns0:ext>
                <ns0:ext uri="{C3380CC4-5D6E-409C-BE32-E72D297353CC}">
                  <ns4:uniqueId val="{0000000B-4368-4516-9E3D-0520A6391040}"/>
                </ns0:ext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  <ns3:endParaRPr lang="vi-VN"/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0"/>
            <ns0:extLst>
              <ns0:ext uri="{CE6537A1-D6FC-4f65-9D91-7224C49458BB}"/>
            </ns0:extLst>
          </ns0:dLbls>
          <ns0:cat>
            <ns0:strRef>
              <ns0:f>'RE-JV2'!$G$9:$G$14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UNITED KINGDOM</ns0:v>
                </ns0:pt>
                <ns0:pt idx="3">
                  <ns0:v>CANADA</ns0:v>
                </ns0:pt>
                <ns0:pt idx="4">
                  <ns0:v>MEXICO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'RE-JV2'!$H$9:$H$14</ns0:f>
              <ns0:numCache>
                <ns0:formatCode>General</ns0:formatCode>
                <ns0:ptCount val="6"/>
                <ns0:pt idx="0">
                  <ns0:v>205</ns0:v>
                </ns0:pt>
                <ns0:pt idx="1">
                  <ns0:v>97</ns0:v>
                </ns0:pt>
                <ns0:pt idx="2">
                  <ns0:v>21</ns0:v>
                </ns0:pt>
                <ns0:pt idx="3">
                  <ns0:v>20</ns0:v>
                </ns0:pt>
                <ns0:pt idx="4">
                  <ns0:v>20</ns0:v>
                </ns0:pt>
                <ns0:pt idx="5">
                  <ns0:v>112</ns0:v>
                </ns0:pt>
              </ns0:numCache>
            </ns0:numRef>
          </ns0:val>
          <ns0:extLst>
            <ns0:ext uri="{C3380CC4-5D6E-409C-BE32-E72D297353CC}">
              <ns4:uniqueId val="{0000000C-4368-4516-9E3D-0520A6391040}"/>
            </ns0:ext>
          </ns0:extLst>
        </ns0:ser>
        <ns0:ser>
          <ns0:idx val="2"/>
          <ns0:order val="2"/>
          <ns0:tx>
            <ns0:strRef>
              <ns0:f>'RE-JV2'!$J$8</ns0:f>
              <ns0:strCache>
                <ns0:ptCount val="1"/>
                <ns0:pt idx="0">
                  <ns0:v>%</ns0:v>
                </ns0:pt>
              </ns0:strCache>
            </ns0:strRef>
          </ns0:tx>
          <ns0:dPt>
            <ns0:idx val="0"/>
            <ns0:bubble3D val="0"/>
            <ns0:spPr>
              <ns3:solidFill>
                <ns3:schemeClr val="accent1">
                  <ns3:shade val="5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B-4368-4516-9E3D-0520A6391040}"/>
              </ns0:ext>
            </ns0:extLst>
          </ns0:dPt>
          <ns0:dPt>
            <ns0:idx val="1"/>
            <ns0:bubble3D val="0"/>
            <ns0:spPr>
              <ns3:solidFill>
                <ns3:schemeClr val="accent1">
                  <ns3:shade val="7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D-4368-4516-9E3D-0520A6391040}"/>
              </ns0:ext>
            </ns0:extLst>
          </ns0:dPt>
          <ns0:dPt>
            <ns0:idx val="2"/>
            <ns0:bubble3D val="0"/>
            <ns0:spPr>
              <ns3:solidFill>
                <ns3:schemeClr val="accent1">
                  <ns3:shade val="9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F-4368-4516-9E3D-0520A6391040}"/>
              </ns0:ext>
            </ns0:extLst>
          </ns0:dPt>
          <ns0:dPt>
            <ns0:idx val="3"/>
            <ns0:bubble3D val="0"/>
            <ns0:spPr>
              <ns3:solidFill>
                <ns3:schemeClr val="accent1">
                  <ns3:tint val="9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1-4368-4516-9E3D-0520A6391040}"/>
              </ns0:ext>
            </ns0:extLst>
          </ns0:dPt>
          <ns0:dPt>
            <ns0:idx val="4"/>
            <ns0:bubble3D val="0"/>
            <ns0:spPr>
              <ns3:solidFill>
                <ns3:schemeClr val="accent1">
                  <ns3:tint val="7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3-4368-4516-9E3D-0520A6391040}"/>
              </ns0:ext>
            </ns0:extLst>
          </ns0:dPt>
          <ns0:dPt>
            <ns0:idx val="5"/>
            <ns0:bubble3D val="0"/>
            <ns0:spPr>
              <ns3:solidFill>
                <ns3:schemeClr val="accent1">
                  <ns3:tint val="5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5-4368-4516-9E3D-0520A6391040}"/>
              </ns0:ext>
            </ns0:extLst>
          </ns0:dPt>
          <ns0:cat>
            <ns0:strRef>
              <ns0:f>'RE-JV2'!$G$9:$G$14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UNITED KINGDOM</ns0:v>
                </ns0:pt>
                <ns0:pt idx="3">
                  <ns0:v>CANADA</ns0:v>
                </ns0:pt>
                <ns0:pt idx="4">
                  <ns0:v>MEXICO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'RE-JV2'!$J$9:$J$14</ns0:f>
              <ns0:numCache>
                <ns0:formatCode>0.00%</ns0:formatCode>
                <ns0:ptCount val="6"/>
                <ns0:pt idx="0">
                  <ns0:v>0.43157894736842106</ns0:v>
                </ns0:pt>
                <ns0:pt idx="1">
                  <ns0:v>0.20421052631578948</ns0:v>
                </ns0:pt>
                <ns0:pt idx="2">
                  <ns0:v>4.4210526315789471E-2</ns0:v>
                </ns0:pt>
                <ns0:pt idx="3">
                  <ns0:v>4.2105263157894736E-2</ns0:v>
                </ns0:pt>
                <ns0:pt idx="4">
                  <ns0:v>4.2105263157894736E-2</ns0:v>
                </ns0:pt>
                <ns0:pt idx="5">
                  <ns0:v>0.23578947368421052</ns0:v>
                </ns0:pt>
              </ns0:numCache>
            </ns0:numRef>
          </ns0:val>
          <ns0:extLst>
            <ns0:ext uri="{C3380CC4-5D6E-409C-BE32-E72D297353CC}">
              <ns4:uniqueId val="{00000026-4368-4516-9E3D-0520A6391040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extLst>
          <ns0:ext uri="{02D57815-91ED-43cb-92C2-25804820EDAC}">
            <ns5:filteredPieSeries>
              <ns5:ser>
                <ns0:idx val="1"/>
                <ns0:order val="1"/>
                <ns0:tx>
                  <ns0:strRef>
                    <ns0:extLst>
                      <ns0:ext uri="{02D57815-91ED-43cb-92C2-25804820EDAC}">
                        <ns5:formulaRef>
                          <ns5:sqref>'RE-JV2'!$I$8</ns5:sqref>
                        </ns5:formulaRef>
                      </ns0:ext>
                    </ns0:extLst>
                    <ns0:strCache>
                      <ns0:ptCount val="1"/>
                      <ns0:pt idx="0">
                        <ns0:v>Sum of Fail</ns0:v>
                      </ns0:pt>
                    </ns0:strCache>
                  </ns0:strRef>
                </ns0:tx>
                <ns0:dPt>
                  <ns0:idx val="0"/>
                  <ns0:bubble3D val="0"/>
                  <ns0:spPr>
                    <ns3:solidFill>
                      <ns3:schemeClr val="accent1">
                        <ns3:shade val="5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0E-4368-4516-9E3D-0520A6391040}"/>
                    </ns0:ext>
                  </ns0:extLst>
                </ns0:dPt>
                <ns0:dPt>
                  <ns0:idx val="1"/>
                  <ns0:bubble3D val="0"/>
                  <ns0:spPr>
                    <ns3:solidFill>
                      <ns3:schemeClr val="accent1">
                        <ns3:shade val="7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0-4368-4516-9E3D-0520A6391040}"/>
                    </ns0:ext>
                  </ns0:extLst>
                </ns0:dPt>
                <ns0:dPt>
                  <ns0:idx val="2"/>
                  <ns0:bubble3D val="0"/>
                  <ns0:spPr>
                    <ns3:solidFill>
                      <ns3:schemeClr val="accent1">
                        <ns3:shade val="9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2-4368-4516-9E3D-0520A6391040}"/>
                    </ns0:ext>
                  </ns0:extLst>
                </ns0:dPt>
                <ns0:dPt>
                  <ns0:idx val="3"/>
                  <ns0:bubble3D val="0"/>
                  <ns0:spPr>
                    <ns3:solidFill>
                      <ns3:schemeClr val="accent1">
                        <ns3:tint val="9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4-4368-4516-9E3D-0520A6391040}"/>
                    </ns0:ext>
                  </ns0:extLst>
                </ns0:dPt>
                <ns0:dPt>
                  <ns0:idx val="4"/>
                  <ns0:bubble3D val="0"/>
                  <ns0:spPr>
                    <ns3:solidFill>
                      <ns3:schemeClr val="accent1">
                        <ns3:tint val="7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6-4368-4516-9E3D-0520A6391040}"/>
                    </ns0:ext>
                  </ns0:extLst>
                </ns0:dPt>
                <ns0:dPt>
                  <ns0:idx val="5"/>
                  <ns0:bubble3D val="0"/>
                  <ns0:spPr>
                    <ns3:solidFill>
                      <ns3:schemeClr val="accent1">
                        <ns3:tint val="5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8-4368-4516-9E3D-0520A6391040}"/>
                    </ns0:ext>
                  </ns0:extLst>
                </ns0:dPt>
                <ns0:cat>
                  <ns0:strRef>
                    <ns0:extLst>
                      <ns0:ext uri="{02D57815-91ED-43cb-92C2-25804820EDAC}">
                        <ns5:formulaRef>
                          <ns5:sqref>'RE-JV2'!$G$9:$G$14</ns5:sqref>
                        </ns5:formulaRef>
                      </ns0:ext>
                    </ns0:extLst>
                    <ns0:strCache>
                      <ns0:ptCount val="6"/>
                      <ns0:pt idx="0">
                        <ns0:v>USA</ns0:v>
                      </ns0:pt>
                      <ns0:pt idx="1">
                        <ns0:v>BELGIUM</ns0:v>
                      </ns0:pt>
                      <ns0:pt idx="2">
                        <ns0:v>UNITED KINGDOM</ns0:v>
                      </ns0:pt>
                      <ns0:pt idx="3">
                        <ns0:v>CANADA</ns0:v>
                      </ns0:pt>
                      <ns0:pt idx="4">
                        <ns0:v>MEXICO</ns0:v>
                      </ns0:pt>
                      <ns0:pt idx="5">
                        <ns0:v>OTHERS</ns0:v>
                      </ns0:pt>
                    </ns0:strCache>
                  </ns0:strRef>
                </ns0:cat>
                <ns0:val>
                  <ns0:numRef>
                    <ns0:extLst>
                      <ns0:ext uri="{02D57815-91ED-43cb-92C2-25804820EDAC}">
                        <ns5:formulaRef>
                          <ns5:sqref>'RE-JV2'!$I$9:$I$14</ns5:sqref>
                        </ns5:formulaRef>
                      </ns0:ext>
                    </ns0:extLst>
                    <ns0:numCache>
                      <ns0:formatCode>General</ns0:formatCode>
                      <ns0:ptCount val="6"/>
                      <ns0:pt idx="0">
                        <ns0:v>475</ns0:v>
                      </ns0:pt>
                      <ns0:pt idx="1">
                        <ns0:v>475</ns0:v>
                      </ns0:pt>
                      <ns0:pt idx="2">
                        <ns0:v>475</ns0:v>
                      </ns0:pt>
                      <ns0:pt idx="3">
                        <ns0:v>475</ns0:v>
                      </ns0:pt>
                      <ns0:pt idx="4">
                        <ns0:v>475</ns0:v>
                      </ns0:pt>
                      <ns0:pt idx="5">
                        <ns0:v>475</ns0:v>
                      </ns0:pt>
                    </ns0:numCache>
                  </ns0:numRef>
                </ns0:val>
                <ns0:extLst>
                  <ns0:ext uri="{C3380CC4-5D6E-409C-BE32-E72D297353CC}">
                    <ns4:uniqueId val="{00000019-4368-4516-9E3D-0520A6391040}"/>
                  </ns0:ext>
                </ns0:extLst>
              </ns5:ser>
            </ns5:filteredPieSeries>
          </ns0:ext>
        </ns0:extLst>
      </ns0:pie3DChart>
      <ns0:spPr>
        <ns3:noFill/>
        <ns3:ln>
          <ns3:noFill/>
        </ns3:ln>
        <ns3:effectLst/>
      </ns0:spPr>
    </ns0:plotArea>
    <ns0:legend>
      <ns0:legendPos val="t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ayout>
        <ns0:manualLayout>
          <ns0:xMode val="edge"/>
          <ns0:yMode val="edge"/>
          <ns0:x val="0.61605092910242021"/>
          <ns0:y val="0.11142495711092243"/>
          <ns0:w val="0.38394907089757979"/>
          <ns0:h val="0.64533172569596131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  <ns3:endParaRPr lang="vi-VN"/>
        </ns3:p>
      </ns0:txPr>
    </ns0:legend>
    <ns0:plotVisOnly val="1"/>
    <ns0:dispBlanksAs val="gap"/>
    <ns0:showDLblsOverMax val="0"/>
    <ns0:extLst>
      <ns0:ext uri="{0b15fc19-7d7d-44ad-8c2d-2c3a37ce22c3}">
        <ns6:chartProps chartId="{f8dd79a9-e21b-46da-80f5-500a0cf71162}"/>
      </ns0:ext>
    </ns0:extLst>
  </ns0:chart>
  <ns0:spPr>
    <ns3:noFill/>
    <ns3:ln w="9525" cap="flat" cmpd="sng" algn="ctr">
      <ns3:noFill/>
      <ns3:prstDash val="solid"/>
      <ns3:round/>
    </ns3:ln>
    <ns3:effectLst/>
  </ns0:spPr>
  <ns0:txPr>
    <ns3:bodyPr wrap="square"/>
    <ns3:lstStyle/>
    <ns3:p>
      <ns3:pPr>
        <ns3:defRPr lang="en-US" sz="700" b="1"/>
      </ns3:pPr>
      <ns3:endParaRPr lang="vi-VN"/>
    </ns3:p>
  </ns0:txPr>
  <ns0:externalData ns7:id="rId1">
    <ns0:autoUpdate val="1"/>
  </ns0:externalData>
</ns0:chartSpace>
</file>

<file path=ppt/charts/chart11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4/chart" xmlns:ns5="http://schemas.microsoft.com/office/drawing/2012/chart" xmlns:ns6="https://web.wps.cn/et/2018/main" xmlns:ns7="http://schemas.openxmlformats.org/officeDocument/2006/relationships">
  <ns0:date1904 val="0"/>
  <ns0:lang val="en-US"/>
  <ns0:roundedCorners val="0"/>
  <ns1:AlternateContent>
    <ns1:Choice Requires="c14">
      <ns2:style val="103"/>
    </ns1:Choice>
    <ns1:Fallback>
      <ns0:style val="3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1.3923698134224449E-2"/>
          <ns0:y val="0.14716849248593863"/>
          <ns0:w val="0.56836535783904207"/>
          <ns0:h val="0.64723679832512404"/>
        </ns0:manualLayout>
      </ns0:layout>
      <ns0:pie3DChart>
        <ns0:varyColors val="1"/>
        <ns0:ser>
          <ns0:idx val="0"/>
          <ns0:order val="0"/>
          <ns0:tx>
            <ns0:strRef>
              <ns0:f>'RE-JV'!$G$6</ns0:f>
              <ns0:strCache>
                <ns0:ptCount val="1"/>
                <ns0:pt idx="0">
                  <ns0:v>Fail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dPt>
            <ns0:idx val="0"/>
            <ns0:bubble3D val="0"/>
            <ns0:spPr>
              <ns3:solidFill>
                <ns3:srgbClr val="4F81BD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1-232F-4762-A9A0-20AD53E99565}"/>
              </ns0:ext>
            </ns0:extLst>
          </ns0:dPt>
          <ns0:dPt>
            <ns0:idx val="1"/>
            <ns0:bubble3D val="0"/>
            <ns0:spPr>
              <ns3:solidFill>
                <ns3:srgbClr val="9BBB59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3-232F-4762-A9A0-20AD53E99565}"/>
              </ns0:ext>
            </ns0:extLst>
          </ns0:dPt>
          <ns0:dPt>
            <ns0:idx val="2"/>
            <ns0:bubble3D val="0"/>
            <ns0:spPr>
              <ns3:solidFill>
                <ns3:srgbClr val="4BACC6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5-232F-4762-A9A0-20AD53E99565}"/>
              </ns0:ext>
            </ns0:extLst>
          </ns0:dPt>
          <ns0:dPt>
            <ns0:idx val="3"/>
            <ns0:bubble3D val="0"/>
            <ns0:spPr>
              <ns3:solidFill>
                <ns3:schemeClr val="accent5">
                  <ns3:lumMod val="60000"/>
                  <ns3:lumOff val="40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7-232F-4762-A9A0-20AD53E99565}"/>
              </ns0:ext>
            </ns0:extLst>
          </ns0:dPt>
          <ns0:dPt>
            <ns0:idx val="4"/>
            <ns0:bubble3D val="0"/>
            <ns0:spPr>
              <ns3:solidFill>
                <ns3:srgbClr val="403152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9-232F-4762-A9A0-20AD53E99565}"/>
              </ns0:ext>
            </ns0:extLst>
          </ns0:dPt>
          <ns0:dPt>
            <ns0:idx val="5"/>
            <ns0:bubble3D val="0"/>
            <ns0:spPr>
              <ns3:solidFill>
                <ns3:schemeClr val="bg1">
                  <ns3:lumMod val="75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B-232F-4762-A9A0-20AD53E99565}"/>
              </ns0:ext>
            </ns0:extLst>
          </ns0:dPt>
          <ns0:dLbls>
            <ns0:dLbl>
              <ns0:idx val="4"/>
              <ns0:layout>
                <ns0:manualLayout>
                  <ns0:x val="7.3717758964339977E-2"/>
                  <ns0:y val="1.2489911269457711E-2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1144527986633249"/>
                      <ns0:h val="9.0953205890561467E-2"/>
                    </ns0:manualLayout>
                  </ns5:layout>
                </ns0:ext>
                <ns0:ext uri="{C3380CC4-5D6E-409C-BE32-E72D297353CC}">
                  <ns4:uniqueId val="{00000009-232F-4762-A9A0-20AD53E99565}"/>
                </ns0:ext>
              </ns0:extLst>
            </ns0:dLbl>
            <ns0:dLbl>
              <ns0:idx val="5"/>
              <ns0:layout>
                <ns0:manualLayout>
                  <ns0:x val="0.11173603299587549"/>
                  <ns0:y val="9.9517836205111954E-2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5349484823169035"/>
                      <ns0:h val="0.12288513807417763"/>
                    </ns0:manualLayout>
                  </ns5:layout>
                  <ns5:dlblFieldTable/>
                  <ns5:showDataLabelsRange val="0"/>
                </ns0:ext>
                <ns0:ext uri="{C3380CC4-5D6E-409C-BE32-E72D297353CC}">
                  <ns4:uniqueId val="{0000000B-232F-4762-A9A0-20AD53E99565}"/>
                </ns0:ext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  <ns3:endParaRPr lang="vi-VN"/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0"/>
            <ns0:extLst>
              <ns0:ext uri="{CE6537A1-D6FC-4f65-9D91-7224C49458BB}"/>
            </ns0:extLst>
          </ns0:dLbls>
          <ns0:cat>
            <ns0:strRef>
              <ns0:f>'RE-JV'!$F$7:$F$12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CHINA</ns0:v>
                </ns0:pt>
                <ns0:pt idx="3">
                  <ns0:v>SOUTH KOREA</ns0:v>
                </ns0:pt>
                <ns0:pt idx="4">
                  <ns0:v>CANADA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'RE-JV'!$G$7:$G$12</ns0:f>
              <ns0:numCache>
                <ns0:formatCode>General</ns0:formatCode>
                <ns0:ptCount val="6"/>
                <ns0:pt idx="0">
                  <ns0:v>40</ns0:v>
                </ns0:pt>
                <ns0:pt idx="1">
                  <ns0:v>14</ns0:v>
                </ns0:pt>
                <ns0:pt idx="2">
                  <ns0:v>8</ns0:v>
                </ns0:pt>
                <ns0:pt idx="3">
                  <ns0:v>7</ns0:v>
                </ns0:pt>
                <ns0:pt idx="4">
                  <ns0:v>4</ns0:v>
                </ns0:pt>
                <ns0:pt idx="5">
                  <ns0:v>13</ns0:v>
                </ns0:pt>
              </ns0:numCache>
            </ns0:numRef>
          </ns0:val>
          <ns0:extLst>
            <ns0:ext uri="{C3380CC4-5D6E-409C-BE32-E72D297353CC}">
              <ns4:uniqueId val="{0000000C-232F-4762-A9A0-20AD53E99565}"/>
            </ns0:ext>
          </ns0:extLst>
        </ns0:ser>
        <ns0:ser>
          <ns0:idx val="2"/>
          <ns0:order val="2"/>
          <ns0:tx>
            <ns0:strRef>
              <ns0:f>'RE-JV'!$I$6</ns0:f>
              <ns0:strCache>
                <ns0:ptCount val="1"/>
                <ns0:pt idx="0">
                  <ns0:v>% Fail</ns0:v>
                </ns0:pt>
              </ns0:strCache>
            </ns0:strRef>
          </ns0:tx>
          <ns0:dPt>
            <ns0:idx val="0"/>
            <ns0:bubble3D val="0"/>
            <ns0:spPr>
              <ns3:solidFill>
                <ns3:schemeClr val="accent1">
                  <ns3:shade val="5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B-232F-4762-A9A0-20AD53E99565}"/>
              </ns0:ext>
            </ns0:extLst>
          </ns0:dPt>
          <ns0:dPt>
            <ns0:idx val="1"/>
            <ns0:bubble3D val="0"/>
            <ns0:spPr>
              <ns3:solidFill>
                <ns3:schemeClr val="accent1">
                  <ns3:shade val="7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D-232F-4762-A9A0-20AD53E99565}"/>
              </ns0:ext>
            </ns0:extLst>
          </ns0:dPt>
          <ns0:dPt>
            <ns0:idx val="2"/>
            <ns0:bubble3D val="0"/>
            <ns0:spPr>
              <ns3:solidFill>
                <ns3:schemeClr val="accent1">
                  <ns3:shade val="9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F-232F-4762-A9A0-20AD53E99565}"/>
              </ns0:ext>
            </ns0:extLst>
          </ns0:dPt>
          <ns0:dPt>
            <ns0:idx val="3"/>
            <ns0:bubble3D val="0"/>
            <ns0:spPr>
              <ns3:solidFill>
                <ns3:schemeClr val="accent1">
                  <ns3:tint val="9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1-232F-4762-A9A0-20AD53E99565}"/>
              </ns0:ext>
            </ns0:extLst>
          </ns0:dPt>
          <ns0:dPt>
            <ns0:idx val="4"/>
            <ns0:bubble3D val="0"/>
            <ns0:spPr>
              <ns3:solidFill>
                <ns3:schemeClr val="accent1">
                  <ns3:tint val="7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3-232F-4762-A9A0-20AD53E99565}"/>
              </ns0:ext>
            </ns0:extLst>
          </ns0:dPt>
          <ns0:dPt>
            <ns0:idx val="5"/>
            <ns0:bubble3D val="0"/>
            <ns0:spPr>
              <ns3:solidFill>
                <ns3:schemeClr val="accent1">
                  <ns3:tint val="5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5-232F-4762-A9A0-20AD53E99565}"/>
              </ns0:ext>
            </ns0:extLst>
          </ns0:dPt>
          <ns0:cat>
            <ns0:strRef>
              <ns0:f>'RE-JV'!$F$7:$F$12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CHINA</ns0:v>
                </ns0:pt>
                <ns0:pt idx="3">
                  <ns0:v>SOUTH KOREA</ns0:v>
                </ns0:pt>
                <ns0:pt idx="4">
                  <ns0:v>CANADA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'RE-JV'!$I$7:$I$12</ns0:f>
              <ns0:numCache>
                <ns0:formatCode>0.00%</ns0:formatCode>
                <ns0:ptCount val="6"/>
                <ns0:pt idx="0">
                  <ns0:v>0.46511627906976744</ns0:v>
                </ns0:pt>
                <ns0:pt idx="1">
                  <ns0:v>0.16279069767441862</ns0:v>
                </ns0:pt>
                <ns0:pt idx="2">
                  <ns0:v>9.3023255813953487E-2</ns0:v>
                </ns0:pt>
                <ns0:pt idx="3">
                  <ns0:v>8.1395348837209308E-2</ns0:v>
                </ns0:pt>
                <ns0:pt idx="4">
                  <ns0:v>4.6511627906976744E-2</ns0:v>
                </ns0:pt>
                <ns0:pt idx="5">
                  <ns0:v>0.15116279069767441</ns0:v>
                </ns0:pt>
              </ns0:numCache>
            </ns0:numRef>
          </ns0:val>
          <ns0:extLst>
            <ns0:ext uri="{C3380CC4-5D6E-409C-BE32-E72D297353CC}">
              <ns4:uniqueId val="{00000026-232F-4762-A9A0-20AD53E99565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extLst>
          <ns0:ext uri="{02D57815-91ED-43cb-92C2-25804820EDAC}">
            <ns5:filteredPieSeries>
              <ns5:ser>
                <ns0:idx val="1"/>
                <ns0:order val="1"/>
                <ns0:tx>
                  <ns0:strRef>
                    <ns0:extLst>
                      <ns0:ext uri="{02D57815-91ED-43cb-92C2-25804820EDAC}">
                        <ns5:formulaRef>
                          <ns5:sqref>'RE-JV'!$H$6</ns5:sqref>
                        </ns5:formulaRef>
                      </ns0:ext>
                    </ns0:extLst>
                    <ns0:strCache>
                      <ns0:ptCount val="1"/>
                      <ns0:pt idx="0">
                        <ns0:v>Sum of Fail</ns0:v>
                      </ns0:pt>
                    </ns0:strCache>
                  </ns0:strRef>
                </ns0:tx>
                <ns0:dPt>
                  <ns0:idx val="0"/>
                  <ns0:bubble3D val="0"/>
                  <ns0:spPr>
                    <ns3:solidFill>
                      <ns3:schemeClr val="accent1">
                        <ns3:shade val="5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0E-232F-4762-A9A0-20AD53E99565}"/>
                    </ns0:ext>
                  </ns0:extLst>
                </ns0:dPt>
                <ns0:dPt>
                  <ns0:idx val="1"/>
                  <ns0:bubble3D val="0"/>
                  <ns0:spPr>
                    <ns3:solidFill>
                      <ns3:schemeClr val="accent1">
                        <ns3:shade val="7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0-232F-4762-A9A0-20AD53E99565}"/>
                    </ns0:ext>
                  </ns0:extLst>
                </ns0:dPt>
                <ns0:dPt>
                  <ns0:idx val="2"/>
                  <ns0:bubble3D val="0"/>
                  <ns0:spPr>
                    <ns3:solidFill>
                      <ns3:schemeClr val="accent1">
                        <ns3:shade val="9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2-232F-4762-A9A0-20AD53E99565}"/>
                    </ns0:ext>
                  </ns0:extLst>
                </ns0:dPt>
                <ns0:dPt>
                  <ns0:idx val="3"/>
                  <ns0:bubble3D val="0"/>
                  <ns0:spPr>
                    <ns3:solidFill>
                      <ns3:schemeClr val="accent1">
                        <ns3:tint val="9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4-232F-4762-A9A0-20AD53E99565}"/>
                    </ns0:ext>
                  </ns0:extLst>
                </ns0:dPt>
                <ns0:dPt>
                  <ns0:idx val="4"/>
                  <ns0:bubble3D val="0"/>
                  <ns0:spPr>
                    <ns3:solidFill>
                      <ns3:schemeClr val="accent1">
                        <ns3:tint val="7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6-232F-4762-A9A0-20AD53E99565}"/>
                    </ns0:ext>
                  </ns0:extLst>
                </ns0:dPt>
                <ns0:dPt>
                  <ns0:idx val="5"/>
                  <ns0:bubble3D val="0"/>
                  <ns0:spPr>
                    <ns3:solidFill>
                      <ns3:schemeClr val="accent1">
                        <ns3:tint val="5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8-232F-4762-A9A0-20AD53E99565}"/>
                    </ns0:ext>
                  </ns0:extLst>
                </ns0:dPt>
                <ns0:cat>
                  <ns0:strRef>
                    <ns0:extLst>
                      <ns0:ext uri="{02D57815-91ED-43cb-92C2-25804820EDAC}">
                        <ns5:formulaRef>
                          <ns5:sqref>'RE-JV'!$F$7:$F$12</ns5:sqref>
                        </ns5:formulaRef>
                      </ns0:ext>
                    </ns0:extLst>
                    <ns0:strCache>
                      <ns0:ptCount val="6"/>
                      <ns0:pt idx="0">
                        <ns0:v>USA</ns0:v>
                      </ns0:pt>
                      <ns0:pt idx="1">
                        <ns0:v>BELGIUM</ns0:v>
                      </ns0:pt>
                      <ns0:pt idx="2">
                        <ns0:v>CHINA</ns0:v>
                      </ns0:pt>
                      <ns0:pt idx="3">
                        <ns0:v>SOUTH KOREA</ns0:v>
                      </ns0:pt>
                      <ns0:pt idx="4">
                        <ns0:v>CANADA</ns0:v>
                      </ns0:pt>
                      <ns0:pt idx="5">
                        <ns0:v>OTHERS</ns0:v>
                      </ns0:pt>
                    </ns0:strCache>
                  </ns0:strRef>
                </ns0:cat>
                <ns0:val>
                  <ns0:numRef>
                    <ns0:extLst>
                      <ns0:ext uri="{02D57815-91ED-43cb-92C2-25804820EDAC}">
                        <ns5:formulaRef>
                          <ns5:sqref>'RE-JV'!$H$7:$H$12</ns5:sqref>
                        </ns5:formulaRef>
                      </ns0:ext>
                    </ns0:extLst>
                    <ns0:numCache>
                      <ns0:formatCode>General</ns0:formatCode>
                      <ns0:ptCount val="6"/>
                      <ns0:pt idx="0">
                        <ns0:v>86</ns0:v>
                      </ns0:pt>
                      <ns0:pt idx="1">
                        <ns0:v>86</ns0:v>
                      </ns0:pt>
                      <ns0:pt idx="2">
                        <ns0:v>86</ns0:v>
                      </ns0:pt>
                      <ns0:pt idx="3">
                        <ns0:v>86</ns0:v>
                      </ns0:pt>
                      <ns0:pt idx="4">
                        <ns0:v>86</ns0:v>
                      </ns0:pt>
                      <ns0:pt idx="5">
                        <ns0:v>86</ns0:v>
                      </ns0:pt>
                    </ns0:numCache>
                  </ns0:numRef>
                </ns0:val>
                <ns0:extLst>
                  <ns0:ext uri="{C3380CC4-5D6E-409C-BE32-E72D297353CC}">
                    <ns4:uniqueId val="{00000019-232F-4762-A9A0-20AD53E99565}"/>
                  </ns0:ext>
                </ns0:extLst>
              </ns5:ser>
            </ns5:filteredPieSeries>
          </ns0:ext>
        </ns0:extLst>
      </ns0:pie3DChart>
      <ns0:spPr>
        <ns3:noFill/>
        <ns3:ln>
          <ns3:noFill/>
        </ns3:ln>
        <ns3:effectLst/>
      </ns0:spPr>
    </ns0:plotArea>
    <ns0:legend>
      <ns0:legendPos val="t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ayout>
        <ns0:manualLayout>
          <ns0:xMode val="edge"/>
          <ns0:yMode val="edge"/>
          <ns0:x val="0.62099693678641044"/>
          <ns0:y val="0.10264481885542881"/>
          <ns0:w val="0.36229462545252017"/>
          <ns0:h val="0.58867983670294843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  <ns3:endParaRPr lang="vi-VN"/>
        </ns3:p>
      </ns0:txPr>
    </ns0:legend>
    <ns0:plotVisOnly val="1"/>
    <ns0:dispBlanksAs val="gap"/>
    <ns0:showDLblsOverMax val="0"/>
    <ns0:extLst>
      <ns0:ext uri="{0b15fc19-7d7d-44ad-8c2d-2c3a37ce22c3}">
        <ns6:chartProps chartId="{bd50490e-0fef-4a80-b568-8bc4843a2255}"/>
      </ns0:ext>
    </ns0:extLst>
  </ns0:chart>
  <ns0:spPr>
    <ns3:noFill/>
    <ns3:ln w="9525" cap="flat" cmpd="sng" algn="ctr">
      <ns3:noFill/>
      <ns3:prstDash val="solid"/>
      <ns3:round/>
    </ns3:ln>
    <ns3:effectLst/>
  </ns0:spPr>
  <ns0:txPr>
    <ns3:bodyPr wrap="square"/>
    <ns3:lstStyle/>
    <ns3:p>
      <ns3:pPr>
        <ns3:defRPr lang="en-US"/>
      </ns3:pPr>
      <ns3:endParaRPr lang="vi-VN"/>
    </ns3:p>
  </ns0:txPr>
  <ns0:externalData ns7:id="rId1">
    <ns0:autoUpdate val="1"/>
  </ns0:externalData>
</ns0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882631725676098E-2"/>
          <c:y val="5.1871898962562002E-2"/>
          <c:w val="0.65173310225303305"/>
          <c:h val="0.5432545221427835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QC!$AF$81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QC!$AF$82:$AF$91</c:f>
              <c:numCache>
                <c:formatCode>General</c:formatCode>
                <c:ptCount val="10"/>
                <c:pt idx="0">
                  <c:v>1331</c:v>
                </c:pt>
                <c:pt idx="1">
                  <c:v>24</c:v>
                </c:pt>
                <c:pt idx="2">
                  <c:v>1819</c:v>
                </c:pt>
                <c:pt idx="3">
                  <c:v>29</c:v>
                </c:pt>
                <c:pt idx="4">
                  <c:v>779</c:v>
                </c:pt>
                <c:pt idx="5">
                  <c:v>21</c:v>
                </c:pt>
                <c:pt idx="6">
                  <c:v>2856</c:v>
                </c:pt>
                <c:pt idx="7">
                  <c:v>29</c:v>
                </c:pt>
                <c:pt idx="9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00-4E1D-B72B-91A3D05BA13F}"/>
            </c:ext>
          </c:extLst>
        </c:ser>
        <c:ser>
          <c:idx val="1"/>
          <c:order val="1"/>
          <c:tx>
            <c:strRef>
              <c:f>QC!$AG$81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QC!$AG$82:$AG$91</c:f>
              <c:numCache>
                <c:formatCode>General</c:formatCode>
                <c:ptCount val="10"/>
                <c:pt idx="1">
                  <c:v>21</c:v>
                </c:pt>
                <c:pt idx="2">
                  <c:v>1435</c:v>
                </c:pt>
                <c:pt idx="3">
                  <c:v>29</c:v>
                </c:pt>
                <c:pt idx="5">
                  <c:v>21</c:v>
                </c:pt>
                <c:pt idx="6">
                  <c:v>2567</c:v>
                </c:pt>
                <c:pt idx="7">
                  <c:v>22</c:v>
                </c:pt>
                <c:pt idx="8">
                  <c:v>1422</c:v>
                </c:pt>
                <c:pt idx="9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A00-4E1D-B72B-91A3D05BA13F}"/>
            </c:ext>
          </c:extLst>
        </c:ser>
        <c:ser>
          <c:idx val="2"/>
          <c:order val="2"/>
          <c:tx>
            <c:strRef>
              <c:f>QC!$AH$81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QC!$AH$82:$AH$91</c:f>
              <c:numCache>
                <c:formatCode>General</c:formatCode>
                <c:ptCount val="10"/>
                <c:pt idx="0">
                  <c:v>1121</c:v>
                </c:pt>
                <c:pt idx="1">
                  <c:v>18</c:v>
                </c:pt>
                <c:pt idx="5">
                  <c:v>18</c:v>
                </c:pt>
                <c:pt idx="6">
                  <c:v>2896</c:v>
                </c:pt>
                <c:pt idx="7">
                  <c:v>27</c:v>
                </c:pt>
                <c:pt idx="8">
                  <c:v>1546</c:v>
                </c:pt>
                <c:pt idx="9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00-4E1D-B72B-91A3D05BA13F}"/>
            </c:ext>
          </c:extLst>
        </c:ser>
        <c:ser>
          <c:idx val="3"/>
          <c:order val="3"/>
          <c:tx>
            <c:strRef>
              <c:f>QC!$AI$81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QC!$AI$82:$AI$91</c:f>
              <c:numCache>
                <c:formatCode>General</c:formatCode>
                <c:ptCount val="10"/>
                <c:pt idx="0">
                  <c:v>1310</c:v>
                </c:pt>
                <c:pt idx="2">
                  <c:v>1561</c:v>
                </c:pt>
                <c:pt idx="3">
                  <c:v>25</c:v>
                </c:pt>
                <c:pt idx="4">
                  <c:v>831</c:v>
                </c:pt>
                <c:pt idx="8">
                  <c:v>1466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00-4E1D-B72B-91A3D05BA13F}"/>
            </c:ext>
          </c:extLst>
        </c:ser>
        <c:ser>
          <c:idx val="4"/>
          <c:order val="4"/>
          <c:tx>
            <c:strRef>
              <c:f>QC!$AJ$81</c:f>
              <c:strCache>
                <c:ptCount val="1"/>
                <c:pt idx="0">
                  <c:v>Wrinkle bottom</c:v>
                </c:pt>
              </c:strCache>
            </c:strRef>
          </c:tx>
          <c:spPr>
            <a:solidFill>
              <a:srgbClr val="FAC09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QC!$AJ$82:$AJ$91</c:f>
              <c:numCache>
                <c:formatCode>General</c:formatCode>
                <c:ptCount val="10"/>
                <c:pt idx="4">
                  <c:v>759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27-452E-BC0A-D2638D6F3F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20531423"/>
        <c:axId val="291423313"/>
        <c:extLst>
          <c:ext xmlns:c15="http://schemas.microsoft.com/office/drawing/2012/chart" uri="{02D57815-91ED-43cb-92C2-25804820EDAC}">
            <c15:filteredBarSeries>
              <c15:ser>
                <c:idx val="5"/>
                <c:order val="5"/>
                <c:tx>
                  <c:strRef>
                    <c:extLst>
                      <c:ext uri="{02D57815-91ED-43cb-92C2-25804820EDAC}">
                        <c15:formulaRef>
                          <c15:sqref>QC!$AK$81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FAC09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QC!$AC$82:$AE$91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SE (MS/WS)</c:v>
                        </c:pt>
                        <c:pt idx="2">
                          <c:v>JORDAN SPIZIKE LOW (GS)</c:v>
                        </c:pt>
                        <c:pt idx="4">
                          <c:v>JORDAN TRUE FLIGHT (MS)</c:v>
                        </c:pt>
                        <c:pt idx="6">
                          <c:v>NIKE AIR WINFLO 12 (MS/WS)</c:v>
                        </c:pt>
                        <c:pt idx="8">
                          <c:v>NIKE SB FORCE 58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QC!$AK$82:$AK$91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E527-452E-BC0A-D2638D6F3F5A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QC!$AL$81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336A4E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QC!$AC$82:$AE$91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SE (MS/WS)</c:v>
                        </c:pt>
                        <c:pt idx="2">
                          <c:v>JORDAN SPIZIKE LOW (GS)</c:v>
                        </c:pt>
                        <c:pt idx="4">
                          <c:v>JORDAN TRUE FLIGHT (MS)</c:v>
                        </c:pt>
                        <c:pt idx="6">
                          <c:v>NIKE AIR WINFLO 12 (MS/WS)</c:v>
                        </c:pt>
                        <c:pt idx="8">
                          <c:v>NIKE SB FORCE 58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QC!$AL$82:$AL$91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E527-452E-BC0A-D2638D6F3F5A}"/>
                  </c:ext>
                </c:extLst>
              </c15:ser>
            </c15:filteredBarSeries>
          </c:ext>
        </c:extLst>
      </c:barChart>
      <c:catAx>
        <c:axId val="42053142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rnd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>
                    <a:alpha val="100000"/>
                  </a:srgbClr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0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291423313"/>
        <c:crosses val="autoZero"/>
        <c:auto val="1"/>
        <c:lblAlgn val="ctr"/>
        <c:lblOffset val="100"/>
        <c:noMultiLvlLbl val="0"/>
      </c:catAx>
      <c:valAx>
        <c:axId val="29142331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20531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63fed7b-fe7f-4d98-bb8e-7f1a7be96b3a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  <a:endParaRPr lang="vi-VN"/>
    </a:p>
  </c:txPr>
  <c:externalData r:id="rId3">
    <c:autoUpdate val="1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882631725676098E-2"/>
          <c:y val="4.92505353319058E-2"/>
          <c:w val="0.65173310225303305"/>
          <c:h val="0.5309857425950932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MA!$AM$81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MA!$AM$82:$AM$91</c:f>
              <c:numCache>
                <c:formatCode>General</c:formatCode>
                <c:ptCount val="10"/>
                <c:pt idx="0">
                  <c:v>28</c:v>
                </c:pt>
                <c:pt idx="1">
                  <c:v>2</c:v>
                </c:pt>
                <c:pt idx="2">
                  <c:v>35</c:v>
                </c:pt>
                <c:pt idx="4">
                  <c:v>28</c:v>
                </c:pt>
                <c:pt idx="5">
                  <c:v>1</c:v>
                </c:pt>
                <c:pt idx="6">
                  <c:v>38</c:v>
                </c:pt>
                <c:pt idx="7">
                  <c:v>1</c:v>
                </c:pt>
                <c:pt idx="8">
                  <c:v>48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A40-437C-9A18-69F276FF13A2}"/>
            </c:ext>
          </c:extLst>
        </c:ser>
        <c:ser>
          <c:idx val="1"/>
          <c:order val="1"/>
          <c:tx>
            <c:strRef>
              <c:f>MA!$AN$81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MA!$AN$82:$AN$91</c:f>
              <c:numCache>
                <c:formatCode>General</c:formatCode>
                <c:ptCount val="10"/>
                <c:pt idx="0">
                  <c:v>25</c:v>
                </c:pt>
                <c:pt idx="2">
                  <c:v>42</c:v>
                </c:pt>
                <c:pt idx="4">
                  <c:v>32</c:v>
                </c:pt>
                <c:pt idx="6">
                  <c:v>46</c:v>
                </c:pt>
                <c:pt idx="8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40-437C-9A18-69F276FF13A2}"/>
            </c:ext>
          </c:extLst>
        </c:ser>
        <c:ser>
          <c:idx val="2"/>
          <c:order val="2"/>
          <c:tx>
            <c:strRef>
              <c:f>MA!$AO$81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419-44B4-9DCF-077A16B392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MA!$AO$82:$AO$91</c:f>
              <c:numCache>
                <c:formatCode>General</c:formatCode>
                <c:ptCount val="10"/>
                <c:pt idx="0">
                  <c:v>21</c:v>
                </c:pt>
                <c:pt idx="1">
                  <c:v>1</c:v>
                </c:pt>
                <c:pt idx="4">
                  <c:v>14</c:v>
                </c:pt>
                <c:pt idx="5">
                  <c:v>2</c:v>
                </c:pt>
                <c:pt idx="6">
                  <c:v>28</c:v>
                </c:pt>
                <c:pt idx="8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40-437C-9A18-69F276FF13A2}"/>
            </c:ext>
          </c:extLst>
        </c:ser>
        <c:ser>
          <c:idx val="3"/>
          <c:order val="3"/>
          <c:tx>
            <c:strRef>
              <c:f>MA!$AP$81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MA!$AP$82:$AP$91</c:f>
              <c:numCache>
                <c:formatCode>General</c:formatCode>
                <c:ptCount val="10"/>
                <c:pt idx="2">
                  <c:v>18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40-437C-9A18-69F276FF13A2}"/>
            </c:ext>
          </c:extLst>
        </c:ser>
        <c:ser>
          <c:idx val="4"/>
          <c:order val="4"/>
          <c:tx>
            <c:strRef>
              <c:f>MA!$AQ$81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MA!$AQ$82:$AQ$91</c:f>
              <c:numCache>
                <c:formatCode>General</c:formatCode>
                <c:ptCount val="10"/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A40-437C-9A18-69F276FF13A2}"/>
            </c:ext>
          </c:extLst>
        </c:ser>
        <c:ser>
          <c:idx val="5"/>
          <c:order val="5"/>
          <c:tx>
            <c:strRef>
              <c:f>MA!$AR$81</c:f>
              <c:strCache>
                <c:ptCount val="1"/>
                <c:pt idx="0">
                  <c:v>Components inconsistent</c:v>
                </c:pt>
              </c:strCache>
            </c:strRef>
          </c:tx>
          <c:spPr>
            <a:solidFill>
              <a:srgbClr val="6699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MA!$AR$82:$AR$91</c:f>
              <c:numCache>
                <c:formatCode>General</c:formatCode>
                <c:ptCount val="10"/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A40-437C-9A18-69F276FF13A2}"/>
            </c:ext>
          </c:extLst>
        </c:ser>
        <c:ser>
          <c:idx val="6"/>
          <c:order val="6"/>
          <c:tx>
            <c:strRef>
              <c:f>MA!$AS$81</c:f>
              <c:strCache>
                <c:ptCount val="1"/>
                <c:pt idx="0">
                  <c:v>Sole attachment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MA!$AS$82:$AS$91</c:f>
              <c:numCache>
                <c:formatCode>General</c:formatCode>
                <c:ptCount val="10"/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40-437C-9A18-69F276FF13A2}"/>
            </c:ext>
          </c:extLst>
        </c:ser>
        <c:ser>
          <c:idx val="8"/>
          <c:order val="8"/>
          <c:tx>
            <c:strRef>
              <c:f>MA!$AU$81</c:f>
              <c:strCache>
                <c:ptCount val="1"/>
                <c:pt idx="0">
                  <c:v>Heel/Tip height inconsistent</c:v>
                </c:pt>
              </c:strCache>
            </c:strRef>
          </c:tx>
          <c:spPr>
            <a:solidFill>
              <a:srgbClr val="336A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(MS/WS)</c:v>
                  </c:pt>
                  <c:pt idx="2">
                    <c:v>JORDAN SPIZIKE LOW (GS)</c:v>
                  </c:pt>
                  <c:pt idx="4">
                    <c:v>JORDAN TRUE FLIGHT (MS)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MA!$AU$82:$AU$91</c:f>
              <c:numCache>
                <c:formatCode>General</c:formatCode>
                <c:ptCount val="10"/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B0-4B24-B637-673E5705F5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20531423"/>
        <c:axId val="291423313"/>
        <c:extLst>
          <c:ext xmlns:c15="http://schemas.microsoft.com/office/drawing/2012/chart" uri="{02D57815-91ED-43cb-92C2-25804820EDAC}">
            <c15:filteredBarSeries>
              <c15:ser>
                <c:idx val="7"/>
                <c:order val="7"/>
                <c:tx>
                  <c:strRef>
                    <c:extLst>
                      <c:ext uri="{02D57815-91ED-43cb-92C2-25804820EDAC}">
                        <c15:formulaRef>
                          <c15:sqref>MA!$AT$81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FAC09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MA!$AJ$82:$AL$91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HFPA</c:v>
                        </c:pt>
                        <c:pt idx="1">
                          <c:v>Re-ins</c:v>
                        </c:pt>
                        <c:pt idx="2">
                          <c:v>HFPA</c:v>
                        </c:pt>
                        <c:pt idx="3">
                          <c:v>Re-ins</c:v>
                        </c:pt>
                        <c:pt idx="4">
                          <c:v>HFPA</c:v>
                        </c:pt>
                        <c:pt idx="5">
                          <c:v>Re-ins</c:v>
                        </c:pt>
                        <c:pt idx="6">
                          <c:v>HFPA</c:v>
                        </c:pt>
                        <c:pt idx="7">
                          <c:v>Re-ins</c:v>
                        </c:pt>
                        <c:pt idx="8">
                          <c:v>HFPA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SE (MS/WS)</c:v>
                        </c:pt>
                        <c:pt idx="2">
                          <c:v>JORDAN SPIZIKE LOW (GS)</c:v>
                        </c:pt>
                        <c:pt idx="4">
                          <c:v>JORDAN TRUE FLIGHT (MS)</c:v>
                        </c:pt>
                        <c:pt idx="6">
                          <c:v>NIKE AIR WINFLO 12 (MS/WS)</c:v>
                        </c:pt>
                        <c:pt idx="8">
                          <c:v>NIKE SB FORCE 58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MA!$AT$82:$AT$91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1">
                        <c:v>0</c:v>
                      </c:pt>
                      <c:pt idx="5">
                        <c:v>0</c:v>
                      </c:pt>
                      <c:pt idx="7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C-DA40-437C-9A18-69F276FF13A2}"/>
                  </c:ext>
                </c:extLst>
              </c15:ser>
            </c15:filteredBarSeries>
          </c:ext>
        </c:extLst>
      </c:barChart>
      <c:catAx>
        <c:axId val="42053142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291423313"/>
        <c:crosses val="autoZero"/>
        <c:auto val="1"/>
        <c:lblAlgn val="ctr"/>
        <c:lblOffset val="100"/>
        <c:noMultiLvlLbl val="0"/>
      </c:catAx>
      <c:valAx>
        <c:axId val="29142331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20531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63fed7b-fe7f-4d98-bb8e-7f1a7be96b3a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  <a:endParaRPr lang="vi-VN"/>
    </a:p>
  </c:txPr>
  <c:externalData r:id="rId3">
    <c:autoUpdate val="1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882631725676098E-2"/>
          <c:y val="5.3463505346350498E-2"/>
          <c:w val="0.65348480624477301"/>
          <c:h val="0.5363226040259612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QC!$AF$126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87C-4C32-8B27-0E4B318C3F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QC!$AF$127:$AF$136</c:f>
              <c:numCache>
                <c:formatCode>General</c:formatCode>
                <c:ptCount val="10"/>
                <c:pt idx="0">
                  <c:v>5417</c:v>
                </c:pt>
                <c:pt idx="2">
                  <c:v>1742</c:v>
                </c:pt>
                <c:pt idx="3">
                  <c:v>7</c:v>
                </c:pt>
                <c:pt idx="4">
                  <c:v>9919</c:v>
                </c:pt>
                <c:pt idx="5">
                  <c:v>3</c:v>
                </c:pt>
                <c:pt idx="6">
                  <c:v>4434</c:v>
                </c:pt>
                <c:pt idx="8">
                  <c:v>2792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FE-4F32-91E6-38F6120E35BC}"/>
            </c:ext>
          </c:extLst>
        </c:ser>
        <c:ser>
          <c:idx val="1"/>
          <c:order val="1"/>
          <c:tx>
            <c:strRef>
              <c:f>QC!$AG$126</c:f>
              <c:strCache>
                <c:ptCount val="1"/>
                <c:pt idx="0">
                  <c:v>Midsole/Outsole to upper bond gap</c:v>
                </c:pt>
              </c:strCache>
              <c:extLst xmlns:c15="http://schemas.microsoft.com/office/drawing/2012/chart"/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dLbl>
              <c:idx val="7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n-US" sz="7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91AF504-2E9E-4E13-BBE8-22EBAF9C9E6F}" type="VALUE">
                      <a:rPr lang="en-US" b="1">
                        <a:solidFill>
                          <a:schemeClr val="bg1"/>
                        </a:solidFill>
                      </a:rPr>
                      <a:pPr>
                        <a:defRPr b="1">
                          <a:solidFill>
                            <a:schemeClr val="bg1"/>
                          </a:solidFill>
                        </a:defRPr>
                      </a:pPr>
                      <a:t>[VALUE]</a:t>
                    </a:fld>
                    <a:endParaRPr lang="vi-V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39C-40C2-B0EE-5ADEF2DC82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QC!$AG$127:$AG$136</c:f>
              <c:numCache>
                <c:formatCode>General</c:formatCode>
                <c:ptCount val="10"/>
                <c:pt idx="0">
                  <c:v>3660</c:v>
                </c:pt>
                <c:pt idx="1">
                  <c:v>17</c:v>
                </c:pt>
                <c:pt idx="2">
                  <c:v>2055</c:v>
                </c:pt>
                <c:pt idx="3">
                  <c:v>3</c:v>
                </c:pt>
                <c:pt idx="4">
                  <c:v>9056</c:v>
                </c:pt>
                <c:pt idx="5">
                  <c:v>4</c:v>
                </c:pt>
                <c:pt idx="6">
                  <c:v>4505</c:v>
                </c:pt>
                <c:pt idx="7">
                  <c:v>20</c:v>
                </c:pt>
                <c:pt idx="8">
                  <c:v>2655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B-60FE-4F32-91E6-38F6120E35BC}"/>
            </c:ext>
          </c:extLst>
        </c:ser>
        <c:ser>
          <c:idx val="2"/>
          <c:order val="2"/>
          <c:tx>
            <c:strRef>
              <c:f>QC!$AH$126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CDCDC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DA7B-4E0B-A417-D879F42E15E3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DA7B-4E0B-A417-D879F42E15E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7B-4E0B-A417-D879F42E15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QC!$AH$127:$AH$136</c:f>
              <c:numCache>
                <c:formatCode>General</c:formatCode>
                <c:ptCount val="10"/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FE-4F32-91E6-38F6120E35BC}"/>
            </c:ext>
          </c:extLst>
        </c:ser>
        <c:ser>
          <c:idx val="3"/>
          <c:order val="3"/>
          <c:tx>
            <c:strRef>
              <c:f>QC!$AI$126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0FE-4F32-91E6-38F6120E35B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QC!$AI$127:$AI$136</c:f>
              <c:numCache>
                <c:formatCode>General</c:formatCode>
                <c:ptCount val="10"/>
                <c:pt idx="0">
                  <c:v>4547</c:v>
                </c:pt>
                <c:pt idx="1">
                  <c:v>19</c:v>
                </c:pt>
                <c:pt idx="3">
                  <c:v>22</c:v>
                </c:pt>
                <c:pt idx="4">
                  <c:v>10329</c:v>
                </c:pt>
                <c:pt idx="6">
                  <c:v>4561</c:v>
                </c:pt>
                <c:pt idx="8">
                  <c:v>2084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0FE-4F32-91E6-38F6120E35BC}"/>
            </c:ext>
          </c:extLst>
        </c:ser>
        <c:ser>
          <c:idx val="4"/>
          <c:order val="4"/>
          <c:tx>
            <c:strRef>
              <c:f>QC!$AJ$126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QC!$AJ$127:$AJ$136</c:f>
              <c:numCache>
                <c:formatCode>General</c:formatCode>
                <c:ptCount val="10"/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FE-4F32-91E6-38F6120E35BC}"/>
            </c:ext>
          </c:extLst>
        </c:ser>
        <c:ser>
          <c:idx val="5"/>
          <c:order val="5"/>
          <c:tx>
            <c:strRef>
              <c:f>QC!$AK$126</c:f>
              <c:strCache>
                <c:ptCount val="1"/>
                <c:pt idx="0">
                  <c:v>Wrinkle bottom</c:v>
                </c:pt>
              </c:strCache>
            </c:strRef>
          </c:tx>
          <c:spPr>
            <a:solidFill>
              <a:srgbClr val="FAC090"/>
            </a:solidFill>
            <a:ln>
              <a:noFill/>
            </a:ln>
            <a:effectLst/>
          </c:spPr>
          <c:invertIfNegative val="0"/>
          <c:dLbls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FEA-48F7-8130-90923A2922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QC!$AK$127:$AK$136</c:f>
              <c:numCache>
                <c:formatCode>General</c:formatCode>
                <c:ptCount val="10"/>
                <c:pt idx="2">
                  <c:v>1507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0FE-4F32-91E6-38F6120E35BC}"/>
            </c:ext>
          </c:extLst>
        </c:ser>
        <c:ser>
          <c:idx val="6"/>
          <c:order val="6"/>
          <c:tx>
            <c:strRef>
              <c:f>QC!$AL$126</c:f>
              <c:strCache>
                <c:ptCount val="1"/>
                <c:pt idx="0">
                  <c:v>Nosew bond gap</c:v>
                </c:pt>
              </c:strCache>
            </c:strRef>
          </c:tx>
          <c:spPr>
            <a:solidFill>
              <a:srgbClr val="BD892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QC!$AL$127:$AL$136</c:f>
              <c:numCache>
                <c:formatCode>General</c:formatCode>
                <c:ptCount val="10"/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0FE-4F32-91E6-38F6120E35BC}"/>
            </c:ext>
          </c:extLst>
        </c:ser>
        <c:ser>
          <c:idx val="7"/>
          <c:order val="7"/>
          <c:tx>
            <c:strRef>
              <c:f>QC!$AM$126</c:f>
              <c:strCache>
                <c:ptCount val="1"/>
                <c:pt idx="0">
                  <c:v>Wrinkle collar lining</c:v>
                </c:pt>
              </c:strCache>
              <c:extLst xmlns:c15="http://schemas.microsoft.com/office/drawing/2012/chart"/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QC!$AM$127:$AM$136</c:f>
              <c:numCache>
                <c:formatCode>General</c:formatCode>
                <c:ptCount val="10"/>
                <c:pt idx="7">
                  <c:v>7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C-60FE-4F32-91E6-38F6120E35BC}"/>
            </c:ext>
          </c:extLst>
        </c:ser>
        <c:ser>
          <c:idx val="8"/>
          <c:order val="8"/>
          <c:tx>
            <c:strRef>
              <c:f>QC!$AN$126</c:f>
              <c:strCache>
                <c:ptCount val="1"/>
                <c:pt idx="0">
                  <c:v>Collar shape</c:v>
                </c:pt>
              </c:strCache>
              <c:extLst xmlns:c15="http://schemas.microsoft.com/office/drawing/2012/chart"/>
            </c:strRef>
          </c:tx>
          <c:spPr>
            <a:solidFill>
              <a:srgbClr val="FE9B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QC!$AN$127:$AN$136</c:f>
              <c:numCache>
                <c:formatCode>General</c:formatCode>
                <c:ptCount val="10"/>
                <c:pt idx="9">
                  <c:v>4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7-60FE-4F32-91E6-38F6120E35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3928685"/>
        <c:axId val="776699434"/>
        <c:extLst>
          <c:ext xmlns:c15="http://schemas.microsoft.com/office/drawing/2012/chart" uri="{02D57815-91ED-43cb-92C2-25804820EDAC}">
            <c15:filteredBarSeries>
              <c15:ser>
                <c:idx val="9"/>
                <c:order val="9"/>
                <c:tx>
                  <c:strRef>
                    <c:extLst>
                      <c:ext uri="{02D57815-91ED-43cb-92C2-25804820EDAC}">
                        <c15:formulaRef>
                          <c15:sqref>QC!$AO$126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2A48A8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EXCEE (MS/WS)</c:v>
                        </c:pt>
                        <c:pt idx="2">
                          <c:v>NIKE AIR WINFLO 12 GTX (MS/WS)</c:v>
                        </c:pt>
                        <c:pt idx="4">
                          <c:v>NIKE INITIATOR (MS/WS)</c:v>
                        </c:pt>
                        <c:pt idx="6">
                          <c:v>NIKE RUN DEFY (MS/WS)</c:v>
                        </c:pt>
                        <c:pt idx="8">
                          <c:v>NIKE UPLIFT SC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QC!$AO$127:$AO$136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8-60FE-4F32-91E6-38F6120E35BC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QC!$AP$126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EXCEE (MS/WS)</c:v>
                        </c:pt>
                        <c:pt idx="2">
                          <c:v>NIKE AIR WINFLO 12 GTX (MS/WS)</c:v>
                        </c:pt>
                        <c:pt idx="4">
                          <c:v>NIKE INITIATOR (MS/WS)</c:v>
                        </c:pt>
                        <c:pt idx="6">
                          <c:v>NIKE RUN DEFY (MS/WS)</c:v>
                        </c:pt>
                        <c:pt idx="8">
                          <c:v>NIKE UPLIFT SC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QC!$AP$127:$AP$136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60FE-4F32-91E6-38F6120E35BC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QC!$AQ$126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EXCEE (MS/WS)</c:v>
                        </c:pt>
                        <c:pt idx="2">
                          <c:v>NIKE AIR WINFLO 12 GTX (MS/WS)</c:v>
                        </c:pt>
                        <c:pt idx="4">
                          <c:v>NIKE INITIATOR (MS/WS)</c:v>
                        </c:pt>
                        <c:pt idx="6">
                          <c:v>NIKE RUN DEFY (MS/WS)</c:v>
                        </c:pt>
                        <c:pt idx="8">
                          <c:v>NIKE UPLIFT SC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QC!$AQ$127:$AQ$136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60FE-4F32-91E6-38F6120E35BC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QC!$AR$126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EXCEE (MS/WS)</c:v>
                        </c:pt>
                        <c:pt idx="2">
                          <c:v>NIKE AIR WINFLO 12 GTX (MS/WS)</c:v>
                        </c:pt>
                        <c:pt idx="4">
                          <c:v>NIKE INITIATOR (MS/WS)</c:v>
                        </c:pt>
                        <c:pt idx="6">
                          <c:v>NIKE RUN DEFY (MS/WS)</c:v>
                        </c:pt>
                        <c:pt idx="8">
                          <c:v>NIKE UPLIFT SC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QC!$AR$127:$AR$136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60FE-4F32-91E6-38F6120E35BC}"/>
                  </c:ext>
                </c:extLst>
              </c15:ser>
            </c15:filteredBarSeries>
          </c:ext>
        </c:extLst>
      </c:barChart>
      <c:catAx>
        <c:axId val="44392868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776699434"/>
        <c:crosses val="autoZero"/>
        <c:auto val="1"/>
        <c:lblAlgn val="ctr"/>
        <c:lblOffset val="100"/>
        <c:noMultiLvlLbl val="0"/>
      </c:catAx>
      <c:valAx>
        <c:axId val="77669943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4392868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06b2cab-71dd-4393-b290-b57dbe6401a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  <a:endParaRPr lang="vi-VN"/>
    </a:p>
  </c:txPr>
  <c:externalData r:id="rId3">
    <c:autoUpdate val="1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882631725676098E-2"/>
          <c:y val="5.0727834142037902E-2"/>
          <c:w val="0.65069696124895504"/>
          <c:h val="0.50711509539472543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MA!$AM$129</c:f>
              <c:strCache>
                <c:ptCount val="1"/>
                <c:pt idx="0">
                  <c:v>Bottom Cosmetic</c:v>
                </c:pt>
              </c:strCache>
            </c:strRef>
          </c:tx>
          <c:spPr>
            <a:solidFill>
              <a:srgbClr val="D9969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951-4597-9B78-09E9B7C70A2E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F4-4B06-95D7-5A4BA284AD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MA!$AM$130:$AM$139</c:f>
              <c:numCache>
                <c:formatCode>General</c:formatCode>
                <c:ptCount val="10"/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51-4597-9B78-09E9B7C70A2E}"/>
            </c:ext>
          </c:extLst>
        </c:ser>
        <c:ser>
          <c:idx val="1"/>
          <c:order val="1"/>
          <c:tx>
            <c:strRef>
              <c:f>MA!$AN$129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4AC2-4CF9-8337-A88BA07287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MA!$AN$130:$AN$139</c:f>
              <c:numCache>
                <c:formatCode>General</c:formatCode>
                <c:ptCount val="10"/>
                <c:pt idx="1">
                  <c:v>1</c:v>
                </c:pt>
                <c:pt idx="2">
                  <c:v>6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7">
                  <c:v>2</c:v>
                </c:pt>
                <c:pt idx="8">
                  <c:v>5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951-4597-9B78-09E9B7C70A2E}"/>
            </c:ext>
          </c:extLst>
        </c:ser>
        <c:ser>
          <c:idx val="2"/>
          <c:order val="2"/>
          <c:tx>
            <c:strRef>
              <c:f>MA!$AO$129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6F4-4B06-95D7-5A4BA284AD18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F4-4B06-95D7-5A4BA284AD18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6F4-4B06-95D7-5A4BA284AD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MA!$AO$130:$AO$139</c:f>
              <c:numCache>
                <c:formatCode>General</c:formatCode>
                <c:ptCount val="10"/>
                <c:pt idx="0">
                  <c:v>11</c:v>
                </c:pt>
                <c:pt idx="4">
                  <c:v>7</c:v>
                </c:pt>
                <c:pt idx="6">
                  <c:v>16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51-4597-9B78-09E9B7C70A2E}"/>
            </c:ext>
          </c:extLst>
        </c:ser>
        <c:ser>
          <c:idx val="3"/>
          <c:order val="3"/>
          <c:tx>
            <c:strRef>
              <c:f>MA!$AP$129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MA!$AP$130:$AP$139</c:f>
              <c:numCache>
                <c:formatCode>General</c:formatCode>
                <c:ptCount val="10"/>
                <c:pt idx="0">
                  <c:v>5</c:v>
                </c:pt>
                <c:pt idx="2">
                  <c:v>12</c:v>
                </c:pt>
                <c:pt idx="8">
                  <c:v>6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51-4597-9B78-09E9B7C70A2E}"/>
            </c:ext>
          </c:extLst>
        </c:ser>
        <c:ser>
          <c:idx val="4"/>
          <c:order val="4"/>
          <c:tx>
            <c:strRef>
              <c:f>MA!$AQ$129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MA!$AQ$130:$AQ$139</c:f>
              <c:numCache>
                <c:formatCode>General</c:formatCode>
                <c:ptCount val="10"/>
                <c:pt idx="1">
                  <c:v>3</c:v>
                </c:pt>
                <c:pt idx="3">
                  <c:v>2</c:v>
                </c:pt>
                <c:pt idx="4">
                  <c:v>5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4951-4597-9B78-09E9B7C70A2E}"/>
            </c:ext>
          </c:extLst>
        </c:ser>
        <c:ser>
          <c:idx val="5"/>
          <c:order val="5"/>
          <c:tx>
            <c:strRef>
              <c:f>MA!$AR$129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CDCD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MA!$AR$130:$AR$139</c:f>
              <c:numCache>
                <c:formatCode>General</c:formatCode>
                <c:ptCount val="10"/>
                <c:pt idx="0">
                  <c:v>14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951-4597-9B78-09E9B7C70A2E}"/>
            </c:ext>
          </c:extLst>
        </c:ser>
        <c:ser>
          <c:idx val="6"/>
          <c:order val="6"/>
          <c:tx>
            <c:strRef>
              <c:f>MA!$AS$129</c:f>
              <c:strCache>
                <c:ptCount val="1"/>
                <c:pt idx="0">
                  <c:v>Wrinkle bottom</c:v>
                </c:pt>
              </c:strCache>
            </c:strRef>
          </c:tx>
          <c:spPr>
            <a:solidFill>
              <a:srgbClr val="FAC09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MA!$AS$130:$AS$139</c:f>
              <c:numCache>
                <c:formatCode>General</c:formatCode>
                <c:ptCount val="10"/>
                <c:pt idx="7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4951-4597-9B78-09E9B7C70A2E}"/>
            </c:ext>
          </c:extLst>
        </c:ser>
        <c:ser>
          <c:idx val="7"/>
          <c:order val="7"/>
          <c:tx>
            <c:strRef>
              <c:f>MA!$AT$129</c:f>
              <c:strCache>
                <c:ptCount val="1"/>
                <c:pt idx="0">
                  <c:v>Wrinkle collar lining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EXCEE (MS/WS)</c:v>
                  </c:pt>
                  <c:pt idx="2">
                    <c:v>NIKE AIR WINFLO 12 GTX (MS/WS)</c:v>
                  </c:pt>
                  <c:pt idx="4">
                    <c:v>NIKE INITIATOR (MS/WS)</c:v>
                  </c:pt>
                  <c:pt idx="6">
                    <c:v>NIKE RUN DEFY (MS/WS)</c:v>
                  </c:pt>
                  <c:pt idx="8">
                    <c:v>NIKE UPLIFT SC (MS/WS)</c:v>
                  </c:pt>
                </c:lvl>
              </c:multiLvlStrCache>
            </c:multiLvlStrRef>
          </c:cat>
          <c:val>
            <c:numRef>
              <c:f>MA!$AT$130:$AT$139</c:f>
              <c:numCache>
                <c:formatCode>General</c:formatCode>
                <c:ptCount val="10"/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951-4597-9B78-09E9B7C70A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3928685"/>
        <c:axId val="776699434"/>
        <c:extLst>
          <c:ext xmlns:c15="http://schemas.microsoft.com/office/drawing/2012/chart" uri="{02D57815-91ED-43cb-92C2-25804820EDAC}">
            <c15:filteredBarSeries>
              <c15:ser>
                <c:idx val="8"/>
                <c:order val="8"/>
                <c:tx>
                  <c:strRef>
                    <c:extLst>
                      <c:ext uri="{02D57815-91ED-43cb-92C2-25804820EDAC}">
                        <c15:formulaRef>
                          <c15:sqref>MA!$AU$129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F5750B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MA!$AJ$130:$AL$139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HFPA</c:v>
                        </c:pt>
                        <c:pt idx="1">
                          <c:v>Re-ins</c:v>
                        </c:pt>
                        <c:pt idx="2">
                          <c:v>HFPA</c:v>
                        </c:pt>
                        <c:pt idx="3">
                          <c:v>Re-ins</c:v>
                        </c:pt>
                        <c:pt idx="4">
                          <c:v>HFPA</c:v>
                        </c:pt>
                        <c:pt idx="5">
                          <c:v>Re-ins</c:v>
                        </c:pt>
                        <c:pt idx="6">
                          <c:v>HFPA</c:v>
                        </c:pt>
                        <c:pt idx="7">
                          <c:v>Re-ins</c:v>
                        </c:pt>
                        <c:pt idx="8">
                          <c:v>HFPA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EXCEE (MS/WS)</c:v>
                        </c:pt>
                        <c:pt idx="2">
                          <c:v>NIKE AIR WINFLO 12 GTX (MS/WS)</c:v>
                        </c:pt>
                        <c:pt idx="4">
                          <c:v>NIKE INITIATOR (MS/WS)</c:v>
                        </c:pt>
                        <c:pt idx="6">
                          <c:v>NIKE RUN DEFY (MS/WS)</c:v>
                        </c:pt>
                        <c:pt idx="8">
                          <c:v>NIKE UPLIFT SC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MA!$AU$130:$AU$139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11-4951-4597-9B78-09E9B7C70A2E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MA!$AV$129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2A48A8"/>
                  </a:solidFill>
                  <a:ln>
                    <a:noFill/>
                  </a:ln>
                  <a:effectLst/>
                </c:spPr>
                <c:invertIfNegative val="0"/>
                <c:dPt>
                  <c:idx val="8"/>
                  <c:invertIfNegative val="0"/>
                  <c:bubble3D val="0"/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4-4951-4597-9B78-09E9B7C70A2E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MA!$AJ$130:$AL$139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HFPA</c:v>
                        </c:pt>
                        <c:pt idx="1">
                          <c:v>Re-ins</c:v>
                        </c:pt>
                        <c:pt idx="2">
                          <c:v>HFPA</c:v>
                        </c:pt>
                        <c:pt idx="3">
                          <c:v>Re-ins</c:v>
                        </c:pt>
                        <c:pt idx="4">
                          <c:v>HFPA</c:v>
                        </c:pt>
                        <c:pt idx="5">
                          <c:v>Re-ins</c:v>
                        </c:pt>
                        <c:pt idx="6">
                          <c:v>HFPA</c:v>
                        </c:pt>
                        <c:pt idx="7">
                          <c:v>Re-ins</c:v>
                        </c:pt>
                        <c:pt idx="8">
                          <c:v>HFPA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EXCEE (MS/WS)</c:v>
                        </c:pt>
                        <c:pt idx="2">
                          <c:v>NIKE AIR WINFLO 12 GTX (MS/WS)</c:v>
                        </c:pt>
                        <c:pt idx="4">
                          <c:v>NIKE INITIATOR (MS/WS)</c:v>
                        </c:pt>
                        <c:pt idx="6">
                          <c:v>NIKE RUN DEFY (MS/WS)</c:v>
                        </c:pt>
                        <c:pt idx="8">
                          <c:v>NIKE UPLIFT SC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MA!$AV$130:$AV$139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4951-4597-9B78-09E9B7C70A2E}"/>
                  </c:ext>
                </c:extLst>
              </c15:ser>
            </c15:filteredBarSeries>
          </c:ext>
        </c:extLst>
      </c:barChart>
      <c:catAx>
        <c:axId val="44392868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776699434"/>
        <c:crosses val="autoZero"/>
        <c:auto val="1"/>
        <c:lblAlgn val="ctr"/>
        <c:lblOffset val="100"/>
        <c:noMultiLvlLbl val="0"/>
      </c:catAx>
      <c:valAx>
        <c:axId val="77669943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4392868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06b2cab-71dd-4393-b290-b57dbe6401a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  <a:endParaRPr lang="vi-VN"/>
    </a:p>
  </c:txPr>
  <c:externalData r:id="rId3">
    <c:autoUpdate val="1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437278525868197E-2"/>
          <c:y val="5.32161036557149E-2"/>
          <c:w val="0.66514528703047504"/>
          <c:h val="0.5019178782427478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QC!$AF$142</c:f>
              <c:strCache>
                <c:ptCount val="1"/>
                <c:pt idx="0">
                  <c:v>Bottom Cosmetic</c:v>
                </c:pt>
              </c:strCache>
              <c:extLst xmlns:c15="http://schemas.microsoft.com/office/drawing/2012/chart"/>
            </c:strRef>
          </c:tx>
          <c:spPr>
            <a:solidFill>
              <a:srgbClr val="D9969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QC!$AF$143:$AF$152</c:f>
              <c:numCache>
                <c:formatCode>General</c:formatCode>
                <c:ptCount val="10"/>
                <c:pt idx="1">
                  <c:v>30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4-A89A-41AF-8838-57383542088E}"/>
            </c:ext>
          </c:extLst>
        </c:ser>
        <c:ser>
          <c:idx val="1"/>
          <c:order val="1"/>
          <c:tx>
            <c:strRef>
              <c:f>QC!$AG$142</c:f>
              <c:strCache>
                <c:ptCount val="1"/>
                <c:pt idx="0">
                  <c:v>Cleanness</c:v>
                </c:pt>
              </c:strCache>
              <c:extLst xmlns:c15="http://schemas.microsoft.com/office/drawing/2012/chart"/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QC!$AG$143:$AG$152</c:f>
              <c:numCache>
                <c:formatCode>General</c:formatCode>
                <c:ptCount val="10"/>
                <c:pt idx="0">
                  <c:v>460</c:v>
                </c:pt>
                <c:pt idx="3">
                  <c:v>27</c:v>
                </c:pt>
                <c:pt idx="4">
                  <c:v>413</c:v>
                </c:pt>
                <c:pt idx="5">
                  <c:v>17</c:v>
                </c:pt>
                <c:pt idx="6">
                  <c:v>1634</c:v>
                </c:pt>
                <c:pt idx="7">
                  <c:v>152</c:v>
                </c:pt>
                <c:pt idx="9">
                  <c:v>25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5-A89A-41AF-8838-57383542088E}"/>
            </c:ext>
          </c:extLst>
        </c:ser>
        <c:ser>
          <c:idx val="2"/>
          <c:order val="2"/>
          <c:tx>
            <c:strRef>
              <c:f>QC!$AH$142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QC!$AH$143:$AH$152</c:f>
              <c:numCache>
                <c:formatCode>General</c:formatCode>
                <c:ptCount val="10"/>
                <c:pt idx="0">
                  <c:v>499</c:v>
                </c:pt>
                <c:pt idx="2">
                  <c:v>1300</c:v>
                </c:pt>
                <c:pt idx="3">
                  <c:v>28</c:v>
                </c:pt>
                <c:pt idx="4">
                  <c:v>405</c:v>
                </c:pt>
                <c:pt idx="5">
                  <c:v>28</c:v>
                </c:pt>
                <c:pt idx="6">
                  <c:v>1592</c:v>
                </c:pt>
                <c:pt idx="7">
                  <c:v>171</c:v>
                </c:pt>
                <c:pt idx="8">
                  <c:v>2817</c:v>
                </c:pt>
                <c:pt idx="9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9A-41AF-8838-57383542088E}"/>
            </c:ext>
          </c:extLst>
        </c:ser>
        <c:ser>
          <c:idx val="3"/>
          <c:order val="3"/>
          <c:tx>
            <c:strRef>
              <c:f>QC!$AI$142</c:f>
              <c:strCache>
                <c:ptCount val="1"/>
                <c:pt idx="0">
                  <c:v>Over buffing</c:v>
                </c:pt>
              </c:strCache>
              <c:extLst xmlns:c15="http://schemas.microsoft.com/office/drawing/2012/chart"/>
            </c:strRef>
          </c:tx>
          <c:spPr>
            <a:solidFill>
              <a:srgbClr val="95373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QC!$AI$143:$AI$152</c:f>
              <c:numCache>
                <c:formatCode>General</c:formatCode>
                <c:ptCount val="10"/>
                <c:pt idx="6">
                  <c:v>1376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6-A89A-41AF-8838-57383542088E}"/>
            </c:ext>
          </c:extLst>
        </c:ser>
        <c:ser>
          <c:idx val="4"/>
          <c:order val="4"/>
          <c:tx>
            <c:strRef>
              <c:f>QC!$AJ$142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QC!$AJ$143:$AJ$152</c:f>
              <c:numCache>
                <c:formatCode>General</c:formatCode>
                <c:ptCount val="10"/>
                <c:pt idx="0">
                  <c:v>476</c:v>
                </c:pt>
                <c:pt idx="2">
                  <c:v>1561</c:v>
                </c:pt>
                <c:pt idx="3">
                  <c:v>26</c:v>
                </c:pt>
                <c:pt idx="4">
                  <c:v>431</c:v>
                </c:pt>
                <c:pt idx="5">
                  <c:v>38</c:v>
                </c:pt>
                <c:pt idx="7">
                  <c:v>158</c:v>
                </c:pt>
                <c:pt idx="8">
                  <c:v>2959</c:v>
                </c:pt>
                <c:pt idx="9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9A-41AF-8838-57383542088E}"/>
            </c:ext>
          </c:extLst>
        </c:ser>
        <c:ser>
          <c:idx val="5"/>
          <c:order val="5"/>
          <c:tx>
            <c:strRef>
              <c:f>QC!$AK$142</c:f>
              <c:strCache>
                <c:ptCount val="1"/>
                <c:pt idx="0">
                  <c:v>Thread end</c:v>
                </c:pt>
              </c:strCache>
              <c:extLst xmlns:c15="http://schemas.microsoft.com/office/drawing/2012/chart"/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QC!$AK$143:$AK$152</c:f>
              <c:numCache>
                <c:formatCode>General</c:formatCode>
                <c:ptCount val="10"/>
                <c:pt idx="1">
                  <c:v>42</c:v>
                </c:pt>
                <c:pt idx="2">
                  <c:v>1471</c:v>
                </c:pt>
                <c:pt idx="8">
                  <c:v>2684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7-A89A-41AF-8838-5738354208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949243597"/>
        <c:axId val="422819262"/>
        <c:extLst>
          <c:ext xmlns:c15="http://schemas.microsoft.com/office/drawing/2012/chart" uri="{02D57815-91ED-43cb-92C2-25804820EDAC}">
            <c15:filteredBarSeries>
              <c15:ser>
                <c:idx val="6"/>
                <c:order val="6"/>
                <c:tx>
                  <c:strRef>
                    <c:extLst>
                      <c:ext uri="{02D57815-91ED-43cb-92C2-25804820EDAC}">
                        <c15:formulaRef>
                          <c15:sqref>QC!$AL$142</c15:sqref>
                        </c15:formulaRef>
                      </c:ext>
                    </c:extLst>
                    <c:strCache>
                      <c:ptCount val="1"/>
                      <c:pt idx="0">
                        <c:v>Paint peeled off</c:v>
                      </c:pt>
                    </c:strCache>
                  </c:strRef>
                </c:tx>
                <c:spPr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MOTION 2 (MS/WS)</c:v>
                        </c:pt>
                        <c:pt idx="2">
                          <c:v>NIKE AIR MAX SC (MS/WS)</c:v>
                        </c:pt>
                        <c:pt idx="4">
                          <c:v>NIKE COURT BOROUGH MID (PSV)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QC!$AL$143:$AL$152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1">
                        <c:v>32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A89A-41AF-8838-57383542088E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QC!$AM$142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>
                      <a:lumMod val="5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MOTION 2 (MS/WS)</c:v>
                        </c:pt>
                        <c:pt idx="2">
                          <c:v>NIKE AIR MAX SC (MS/WS)</c:v>
                        </c:pt>
                        <c:pt idx="4">
                          <c:v>NIKE COURT BOROUGH MID (PSV)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QC!$AM$143:$AM$152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89A-41AF-8838-57383542088E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QC!$AN$142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MOTION 2 (MS/WS)</c:v>
                        </c:pt>
                        <c:pt idx="2">
                          <c:v>NIKE AIR MAX SC (MS/WS)</c:v>
                        </c:pt>
                        <c:pt idx="4">
                          <c:v>NIKE COURT BOROUGH MID (PSV)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QC!$AN$143:$AN$152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A89A-41AF-8838-57383542088E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QC!$AO$142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MOTION 2 (MS/WS)</c:v>
                        </c:pt>
                        <c:pt idx="2">
                          <c:v>NIKE AIR MAX SC (MS/WS)</c:v>
                        </c:pt>
                        <c:pt idx="4">
                          <c:v>NIKE COURT BOROUGH MID (PSV)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QC!$AO$143:$AO$152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A89A-41AF-8838-57383542088E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QC!$AP$142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MOTION 2 (MS/WS)</c:v>
                        </c:pt>
                        <c:pt idx="2">
                          <c:v>NIKE AIR MAX SC (MS/WS)</c:v>
                        </c:pt>
                        <c:pt idx="4">
                          <c:v>NIKE COURT BOROUGH MID (PSV)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QC!$AP$143:$AP$152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A89A-41AF-8838-57383542088E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QC!$AQ$142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MOTION 2 (MS/WS)</c:v>
                        </c:pt>
                        <c:pt idx="2">
                          <c:v>NIKE AIR MAX SC (MS/WS)</c:v>
                        </c:pt>
                        <c:pt idx="4">
                          <c:v>NIKE COURT BOROUGH MID (PSV)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QC!$AQ$143:$AQ$152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A89A-41AF-8838-57383542088E}"/>
                  </c:ext>
                </c:extLst>
              </c15:ser>
            </c15:filteredBarSeries>
          </c:ext>
        </c:extLst>
      </c:barChart>
      <c:catAx>
        <c:axId val="94924359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422819262"/>
        <c:crosses val="autoZero"/>
        <c:auto val="1"/>
        <c:lblAlgn val="ctr"/>
        <c:lblOffset val="100"/>
        <c:noMultiLvlLbl val="0"/>
      </c:catAx>
      <c:valAx>
        <c:axId val="42281926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949243597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6dc3a8-bdfb-4966-91be-d100d71b2bcb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  <a:endParaRPr lang="vi-VN"/>
    </a:p>
  </c:txPr>
  <c:externalData r:id="rId3">
    <c:autoUpdate val="1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88809079155299E-2"/>
          <c:y val="5.0482879719051799E-2"/>
          <c:w val="0.66931475362735204"/>
          <c:h val="0.5270543991483066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MA!$AM$145</c:f>
              <c:strCache>
                <c:ptCount val="1"/>
                <c:pt idx="0">
                  <c:v>Bottom Cosmetic</c:v>
                </c:pt>
              </c:strCache>
            </c:strRef>
          </c:tx>
          <c:spPr>
            <a:solidFill>
              <a:srgbClr val="D9969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MA!$AM$146:$AM$155</c:f>
              <c:numCache>
                <c:formatCode>General</c:formatCode>
                <c:ptCount val="10"/>
                <c:pt idx="3">
                  <c:v>3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61F-49F7-8957-22617B644647}"/>
            </c:ext>
          </c:extLst>
        </c:ser>
        <c:ser>
          <c:idx val="1"/>
          <c:order val="1"/>
          <c:tx>
            <c:strRef>
              <c:f>MA!$AN$145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BB9-4DD3-931C-EC69ABCA54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MA!$AN$146:$AN$155</c:f>
              <c:numCache>
                <c:formatCode>General</c:formatCode>
                <c:ptCount val="10"/>
                <c:pt idx="2">
                  <c:v>12</c:v>
                </c:pt>
                <c:pt idx="3">
                  <c:v>1</c:v>
                </c:pt>
                <c:pt idx="4">
                  <c:v>7</c:v>
                </c:pt>
                <c:pt idx="6">
                  <c:v>33</c:v>
                </c:pt>
                <c:pt idx="8">
                  <c:v>10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61F-49F7-8957-22617B644647}"/>
            </c:ext>
          </c:extLst>
        </c:ser>
        <c:ser>
          <c:idx val="2"/>
          <c:order val="2"/>
          <c:tx>
            <c:strRef>
              <c:f>MA!$AO$145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MA!$AO$146:$AO$155</c:f>
              <c:numCache>
                <c:formatCode>General</c:formatCode>
                <c:ptCount val="10"/>
                <c:pt idx="0">
                  <c:v>13</c:v>
                </c:pt>
                <c:pt idx="2">
                  <c:v>14</c:v>
                </c:pt>
                <c:pt idx="4">
                  <c:v>17</c:v>
                </c:pt>
                <c:pt idx="6">
                  <c:v>41</c:v>
                </c:pt>
                <c:pt idx="8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1F-49F7-8957-22617B644647}"/>
            </c:ext>
          </c:extLst>
        </c:ser>
        <c:ser>
          <c:idx val="3"/>
          <c:order val="3"/>
          <c:tx>
            <c:strRef>
              <c:f>MA!$AP$145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MA!$AP$146:$AP$155</c:f>
              <c:numCache>
                <c:formatCode>General</c:formatCode>
                <c:ptCount val="10"/>
                <c:pt idx="2">
                  <c:v>12</c:v>
                </c:pt>
                <c:pt idx="4">
                  <c:v>15</c:v>
                </c:pt>
                <c:pt idx="6">
                  <c:v>26</c:v>
                </c:pt>
                <c:pt idx="8">
                  <c:v>11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1F-49F7-8957-22617B644647}"/>
            </c:ext>
          </c:extLst>
        </c:ser>
        <c:ser>
          <c:idx val="4"/>
          <c:order val="4"/>
          <c:tx>
            <c:strRef>
              <c:f>MA!$AQ$145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MA!$AQ$146:$AQ$155</c:f>
              <c:numCache>
                <c:formatCode>General</c:formatCode>
                <c:ptCount val="10"/>
                <c:pt idx="0">
                  <c:v>10</c:v>
                </c:pt>
                <c:pt idx="3">
                  <c:v>1</c:v>
                </c:pt>
                <c:pt idx="7">
                  <c:v>3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1F-49F7-8957-22617B644647}"/>
            </c:ext>
          </c:extLst>
        </c:ser>
        <c:ser>
          <c:idx val="5"/>
          <c:order val="5"/>
          <c:tx>
            <c:strRef>
              <c:f>MA!$AR$145</c:f>
              <c:strCache>
                <c:ptCount val="1"/>
                <c:pt idx="0">
                  <c:v>Heel/Tip height inconsistent</c:v>
                </c:pt>
              </c:strCache>
              <c:extLst xmlns:c15="http://schemas.microsoft.com/office/drawing/2012/chart"/>
            </c:strRef>
          </c:tx>
          <c:spPr>
            <a:solidFill>
              <a:srgbClr val="336A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MA!$AR$146:$AR$155</c:f>
              <c:numCache>
                <c:formatCode>General</c:formatCode>
                <c:ptCount val="10"/>
                <c:pt idx="7">
                  <c:v>6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A-461F-49F7-8957-22617B644647}"/>
            </c:ext>
          </c:extLst>
        </c:ser>
        <c:ser>
          <c:idx val="6"/>
          <c:order val="6"/>
          <c:tx>
            <c:strRef>
              <c:f>MA!$AS$145</c:f>
              <c:strCache>
                <c:ptCount val="1"/>
                <c:pt idx="0">
                  <c:v>Sockliner position</c:v>
                </c:pt>
              </c:strCache>
              <c:extLst xmlns:c15="http://schemas.microsoft.com/office/drawing/2012/chart"/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MA!$AS$146:$AS$155</c:f>
              <c:numCache>
                <c:formatCode>General</c:formatCode>
                <c:ptCount val="10"/>
                <c:pt idx="7">
                  <c:v>2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5-4BB9-4DD3-931C-EC69ABCA5469}"/>
            </c:ext>
          </c:extLst>
        </c:ser>
        <c:ser>
          <c:idx val="7"/>
          <c:order val="7"/>
          <c:tx>
            <c:strRef>
              <c:f>MA!$AT$145</c:f>
              <c:strCache>
                <c:ptCount val="1"/>
                <c:pt idx="0">
                  <c:v>Paint peeled off</c:v>
                </c:pt>
              </c:strCache>
              <c:extLst xmlns:c15="http://schemas.microsoft.com/office/drawing/2012/chart"/>
            </c:strRef>
          </c:tx>
          <c:spPr>
            <a:solidFill>
              <a:srgbClr val="11431C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567-4A91-876F-4C98EA74C4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MOTION 2 (MS/WS)</c:v>
                  </c:pt>
                  <c:pt idx="2">
                    <c:v>NIKE AIR MAX SC (MS/WS)</c:v>
                  </c:pt>
                  <c:pt idx="4">
                    <c:v>NIKE COURT BOROUGH MID (PSV)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MA!$AT$146:$AT$155</c:f>
              <c:numCache>
                <c:formatCode>General</c:formatCode>
                <c:ptCount val="10"/>
                <c:pt idx="0">
                  <c:v>14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6-4BB9-4DD3-931C-EC69ABCA54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949243597"/>
        <c:axId val="422819262"/>
        <c:extLst>
          <c:ext xmlns:c15="http://schemas.microsoft.com/office/drawing/2012/chart" uri="{02D57815-91ED-43cb-92C2-25804820EDAC}">
            <c15:filteredBarSeries>
              <c15:ser>
                <c:idx val="8"/>
                <c:order val="8"/>
                <c:tx>
                  <c:strRef>
                    <c:extLst>
                      <c:ext uri="{02D57815-91ED-43cb-92C2-25804820EDAC}">
                        <c15:formulaRef>
                          <c15:sqref>MA!$AU$145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MA!$AJ$146:$AL$155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HFPA</c:v>
                        </c:pt>
                        <c:pt idx="1">
                          <c:v>Re-ins</c:v>
                        </c:pt>
                        <c:pt idx="2">
                          <c:v>HFPA</c:v>
                        </c:pt>
                        <c:pt idx="3">
                          <c:v>Re-ins</c:v>
                        </c:pt>
                        <c:pt idx="4">
                          <c:v>HFPA</c:v>
                        </c:pt>
                        <c:pt idx="5">
                          <c:v>Re-ins</c:v>
                        </c:pt>
                        <c:pt idx="6">
                          <c:v>HFPA</c:v>
                        </c:pt>
                        <c:pt idx="7">
                          <c:v>Re-ins</c:v>
                        </c:pt>
                        <c:pt idx="8">
                          <c:v>HFPA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MOTION 2 (MS/WS)</c:v>
                        </c:pt>
                        <c:pt idx="2">
                          <c:v>NIKE AIR MAX SC (MS/WS)</c:v>
                        </c:pt>
                        <c:pt idx="4">
                          <c:v>NIKE COURT BOROUGH MID (PSV)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MA!$AU$146:$AU$155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7-4BB9-4DD3-931C-EC69ABCA5469}"/>
                  </c:ext>
                </c:extLst>
              </c15:ser>
            </c15:filteredBarSeries>
          </c:ext>
        </c:extLst>
      </c:barChart>
      <c:catAx>
        <c:axId val="94924359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422819262"/>
        <c:crosses val="autoZero"/>
        <c:auto val="1"/>
        <c:lblAlgn val="ctr"/>
        <c:lblOffset val="100"/>
        <c:noMultiLvlLbl val="0"/>
      </c:catAx>
      <c:valAx>
        <c:axId val="42281926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94924359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6dc3a8-bdfb-4966-91be-d100d71b2bcb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  <a:endParaRPr lang="vi-VN"/>
    </a:p>
  </c:txPr>
  <c:externalData r:id="rId3">
    <c:autoUpdate val="1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060051853409003E-2"/>
          <c:y val="5.4595086442220199E-2"/>
          <c:w val="0.66079461845701104"/>
          <c:h val="0.5767970882620564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QC!$AF$158</c:f>
              <c:strCache>
                <c:ptCount val="1"/>
                <c:pt idx="0">
                  <c:v>Cleanness</c:v>
                </c:pt>
              </c:strCache>
              <c:extLst xmlns:c15="http://schemas.microsoft.com/office/drawing/2012/chart"/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4843-4F98-9055-0465BCCCEE5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9F6E738D-4913-4B1F-B6FC-59CE2BF6054F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vi-V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93A-4A21-8577-7003DE46503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5C7D517B-9B24-4A27-B5AE-16B7D7478A96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vi-V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93A-4A21-8577-7003DE4650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QC!$AF$159:$AF$168</c:f>
              <c:numCache>
                <c:formatCode>General</c:formatCode>
                <c:ptCount val="10"/>
                <c:pt idx="0">
                  <c:v>1387</c:v>
                </c:pt>
                <c:pt idx="1">
                  <c:v>43</c:v>
                </c:pt>
                <c:pt idx="4">
                  <c:v>1494</c:v>
                </c:pt>
                <c:pt idx="5">
                  <c:v>52</c:v>
                </c:pt>
                <c:pt idx="6">
                  <c:v>2701</c:v>
                </c:pt>
                <c:pt idx="7">
                  <c:v>94</c:v>
                </c:pt>
                <c:pt idx="8">
                  <c:v>1530</c:v>
                </c:pt>
                <c:pt idx="9">
                  <c:v>21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5-BC39-4B37-BA72-5D66D4FF39A4}"/>
            </c:ext>
          </c:extLst>
        </c:ser>
        <c:ser>
          <c:idx val="1"/>
          <c:order val="1"/>
          <c:tx>
            <c:strRef>
              <c:f>QC!$AG$158</c:f>
              <c:strCache>
                <c:ptCount val="1"/>
                <c:pt idx="0">
                  <c:v>Midsole/Outsole to upper bond gap</c:v>
                </c:pt>
              </c:strCache>
              <c:extLst xmlns:c15="http://schemas.microsoft.com/office/drawing/2012/chart"/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QC!$AG$159:$AG$168</c:f>
              <c:numCache>
                <c:formatCode>General</c:formatCode>
                <c:ptCount val="10"/>
                <c:pt idx="0">
                  <c:v>1198</c:v>
                </c:pt>
                <c:pt idx="1">
                  <c:v>36</c:v>
                </c:pt>
                <c:pt idx="2">
                  <c:v>1252</c:v>
                </c:pt>
                <c:pt idx="3">
                  <c:v>43</c:v>
                </c:pt>
                <c:pt idx="4">
                  <c:v>1531</c:v>
                </c:pt>
                <c:pt idx="5">
                  <c:v>69</c:v>
                </c:pt>
                <c:pt idx="7">
                  <c:v>43</c:v>
                </c:pt>
                <c:pt idx="8">
                  <c:v>1536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6-BC39-4B37-BA72-5D66D4FF39A4}"/>
            </c:ext>
          </c:extLst>
        </c:ser>
        <c:ser>
          <c:idx val="2"/>
          <c:order val="2"/>
          <c:tx>
            <c:strRef>
              <c:f>QC!$AH$158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QC!$AH$159:$AH$168</c:f>
              <c:numCache>
                <c:formatCode>General</c:formatCode>
                <c:ptCount val="10"/>
                <c:pt idx="0">
                  <c:v>1302</c:v>
                </c:pt>
                <c:pt idx="1">
                  <c:v>42</c:v>
                </c:pt>
                <c:pt idx="2">
                  <c:v>1318</c:v>
                </c:pt>
                <c:pt idx="3">
                  <c:v>54</c:v>
                </c:pt>
                <c:pt idx="4">
                  <c:v>1417</c:v>
                </c:pt>
                <c:pt idx="5">
                  <c:v>72</c:v>
                </c:pt>
                <c:pt idx="6">
                  <c:v>3012</c:v>
                </c:pt>
                <c:pt idx="7">
                  <c:v>114</c:v>
                </c:pt>
                <c:pt idx="8">
                  <c:v>1388</c:v>
                </c:pt>
                <c:pt idx="9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39-4B37-BA72-5D66D4FF39A4}"/>
            </c:ext>
          </c:extLst>
        </c:ser>
        <c:ser>
          <c:idx val="3"/>
          <c:order val="3"/>
          <c:tx>
            <c:strRef>
              <c:f>QC!$AI$158</c:f>
              <c:strCache>
                <c:ptCount val="1"/>
                <c:pt idx="0">
                  <c:v>Thread end</c:v>
                </c:pt>
              </c:strCache>
              <c:extLst xmlns:c15="http://schemas.microsoft.com/office/drawing/2012/chart"/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dLbl>
              <c:idx val="7"/>
              <c:tx>
                <c:rich>
                  <a:bodyPr/>
                  <a:lstStyle/>
                  <a:p>
                    <a:fld id="{B0ABA621-CEB0-4C99-8C47-FEB34DEB3F4A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vi-V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BEA1-421C-83C7-88BB4B816D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QC!$AI$159:$AI$168</c:f>
              <c:numCache>
                <c:formatCode>General</c:formatCode>
                <c:ptCount val="10"/>
                <c:pt idx="2">
                  <c:v>1020</c:v>
                </c:pt>
                <c:pt idx="3">
                  <c:v>32</c:v>
                </c:pt>
                <c:pt idx="6">
                  <c:v>2645</c:v>
                </c:pt>
                <c:pt idx="9">
                  <c:v>18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7-BC39-4B37-BA72-5D66D4FF39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12262404"/>
        <c:axId val="232326616"/>
        <c:extLst>
          <c:ext xmlns:c15="http://schemas.microsoft.com/office/drawing/2012/chart" uri="{02D57815-91ED-43cb-92C2-25804820EDAC}">
            <c15:filteredBarSeries>
              <c15:ser>
                <c:idx val="4"/>
                <c:order val="4"/>
                <c:tx>
                  <c:strRef>
                    <c:extLst>
                      <c:ext uri="{02D57815-91ED-43cb-92C2-25804820EDAC}">
                        <c15:formulaRef>
                          <c15:sqref>QC!$AJ$158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C6E0B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MID SE (GS)</c:v>
                        </c:pt>
                        <c:pt idx="2">
                          <c:v>JORDAN 1 LOW ALT (PS)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QC!$AJ$159:$AJ$168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BC39-4B37-BA72-5D66D4FF39A4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QC!$AK$158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00B050"/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MID SE (GS)</c:v>
                        </c:pt>
                        <c:pt idx="2">
                          <c:v>JORDAN 1 LOW ALT (PS)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QC!$AK$159:$AK$168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BC39-4B37-BA72-5D66D4FF39A4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QC!$AL$158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MID SE (GS)</c:v>
                        </c:pt>
                        <c:pt idx="2">
                          <c:v>JORDAN 1 LOW ALT (PS)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QC!$AL$159:$AL$168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BC39-4B37-BA72-5D66D4FF39A4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QC!$AM$158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>
                      <a:lumMod val="5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MID SE (GS)</c:v>
                        </c:pt>
                        <c:pt idx="2">
                          <c:v>JORDAN 1 LOW ALT (PS)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QC!$AM$159:$AM$168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BC39-4B37-BA72-5D66D4FF39A4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QC!$AN$158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MID SE (GS)</c:v>
                        </c:pt>
                        <c:pt idx="2">
                          <c:v>JORDAN 1 LOW ALT (PS)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QC!$AN$159:$AN$168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BC39-4B37-BA72-5D66D4FF39A4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QC!$AO$158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MID SE (GS)</c:v>
                        </c:pt>
                        <c:pt idx="2">
                          <c:v>JORDAN 1 LOW ALT (PS)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QC!$AO$159:$AO$168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BC39-4B37-BA72-5D66D4FF39A4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>
                      <a:lumMod val="5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MID SE (GS)</c:v>
                        </c:pt>
                        <c:pt idx="2">
                          <c:v>JORDAN 1 LOW ALT (PS)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QC!$AP$159:$AP$168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BC39-4B37-BA72-5D66D4FF39A4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MID SE (GS)</c:v>
                        </c:pt>
                        <c:pt idx="2">
                          <c:v>JORDAN 1 LOW ALT (PS)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QC!$AQ$159:$AQ$168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BC39-4B37-BA72-5D66D4FF39A4}"/>
                  </c:ext>
                </c:extLst>
              </c15:ser>
            </c15:filteredBarSeries>
          </c:ext>
        </c:extLst>
      </c:barChart>
      <c:catAx>
        <c:axId val="4122624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232326616"/>
        <c:crosses val="autoZero"/>
        <c:auto val="1"/>
        <c:lblAlgn val="ctr"/>
        <c:lblOffset val="100"/>
        <c:noMultiLvlLbl val="0"/>
      </c:catAx>
      <c:valAx>
        <c:axId val="232326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122624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f728a24-1889-458e-b47a-785daae38e2d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  <a:endParaRPr lang="vi-VN"/>
    </a:p>
  </c:txPr>
  <c:externalData r:id="rId3">
    <c:autoUpdate val="1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9180445722502E-2"/>
          <c:y val="5.2922227335480902E-2"/>
          <c:w val="0.677943925233645"/>
          <c:h val="0.590717865282946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MA!$AM$161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A0A-454B-8C00-8A9C65C456F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DAE7CCD6-B20C-42B9-AD4D-37BB23DEF2A5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vi-V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7D7E-48D5-BE16-DB6704B236E0}"/>
                </c:ext>
              </c:extLst>
            </c:dLbl>
            <c:dLbl>
              <c:idx val="9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n-US" sz="700" b="0" i="0" u="none" strike="noStrike" kern="1200" baseline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8390D03-0D94-4E47-B14C-B65EEE1B45A0}" type="VALUE">
                      <a:rPr lang="en-US">
                        <a:solidFill>
                          <a:srgbClr val="FF0000"/>
                        </a:solidFill>
                      </a:rPr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t>[VALUE]</a:t>
                    </a:fld>
                    <a:endParaRPr lang="vi-V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7D7E-48D5-BE16-DB6704B236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MA!$AM$162:$AM$171</c:f>
              <c:numCache>
                <c:formatCode>General</c:formatCode>
                <c:ptCount val="10"/>
                <c:pt idx="1">
                  <c:v>9</c:v>
                </c:pt>
                <c:pt idx="3">
                  <c:v>6</c:v>
                </c:pt>
                <c:pt idx="4">
                  <c:v>27</c:v>
                </c:pt>
                <c:pt idx="5">
                  <c:v>19</c:v>
                </c:pt>
                <c:pt idx="7">
                  <c:v>23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765-444A-A407-354848BC695D}"/>
            </c:ext>
          </c:extLst>
        </c:ser>
        <c:ser>
          <c:idx val="1"/>
          <c:order val="1"/>
          <c:tx>
            <c:strRef>
              <c:f>MA!$AN$161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MA!$AN$162:$AN$171</c:f>
              <c:numCache>
                <c:formatCode>General</c:formatCode>
                <c:ptCount val="10"/>
                <c:pt idx="0">
                  <c:v>42</c:v>
                </c:pt>
                <c:pt idx="2">
                  <c:v>28</c:v>
                </c:pt>
                <c:pt idx="4">
                  <c:v>42</c:v>
                </c:pt>
                <c:pt idx="6">
                  <c:v>83</c:v>
                </c:pt>
                <c:pt idx="8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765-444A-A407-354848BC695D}"/>
            </c:ext>
          </c:extLst>
        </c:ser>
        <c:ser>
          <c:idx val="2"/>
          <c:order val="2"/>
          <c:tx>
            <c:strRef>
              <c:f>MA!$AO$161</c:f>
              <c:strCache>
                <c:ptCount val="1"/>
                <c:pt idx="0">
                  <c:v>Over buffing</c:v>
                </c:pt>
              </c:strCache>
            </c:strRef>
          </c:tx>
          <c:spPr>
            <a:solidFill>
              <a:srgbClr val="95373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MA!$AO$162:$AO$171</c:f>
              <c:numCache>
                <c:formatCode>General</c:formatCode>
                <c:ptCount val="10"/>
                <c:pt idx="0">
                  <c:v>15</c:v>
                </c:pt>
                <c:pt idx="2">
                  <c:v>8</c:v>
                </c:pt>
                <c:pt idx="8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65-444A-A407-354848BC695D}"/>
            </c:ext>
          </c:extLst>
        </c:ser>
        <c:ser>
          <c:idx val="3"/>
          <c:order val="3"/>
          <c:tx>
            <c:strRef>
              <c:f>MA!$AP$161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MA!$AP$162:$AP$171</c:f>
              <c:numCache>
                <c:formatCode>General</c:formatCode>
                <c:ptCount val="10"/>
                <c:pt idx="0">
                  <c:v>26</c:v>
                </c:pt>
                <c:pt idx="2">
                  <c:v>29</c:v>
                </c:pt>
                <c:pt idx="3">
                  <c:v>7</c:v>
                </c:pt>
                <c:pt idx="4">
                  <c:v>37</c:v>
                </c:pt>
                <c:pt idx="5">
                  <c:v>10</c:v>
                </c:pt>
                <c:pt idx="6">
                  <c:v>29</c:v>
                </c:pt>
                <c:pt idx="7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765-444A-A407-354848BC695D}"/>
            </c:ext>
          </c:extLst>
        </c:ser>
        <c:ser>
          <c:idx val="4"/>
          <c:order val="4"/>
          <c:tx>
            <c:strRef>
              <c:f>MA!$AQ$161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MA!$AQ$162:$AQ$171</c:f>
              <c:numCache>
                <c:formatCode>General</c:formatCode>
                <c:ptCount val="10"/>
                <c:pt idx="1">
                  <c:v>5</c:v>
                </c:pt>
                <c:pt idx="3">
                  <c:v>9</c:v>
                </c:pt>
                <c:pt idx="5">
                  <c:v>9</c:v>
                </c:pt>
                <c:pt idx="7">
                  <c:v>6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765-444A-A407-354848BC695D}"/>
            </c:ext>
          </c:extLst>
        </c:ser>
        <c:ser>
          <c:idx val="5"/>
          <c:order val="5"/>
          <c:tx>
            <c:strRef>
              <c:f>MA!$AR$161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MA!$AR$162:$AR$171</c:f>
              <c:numCache>
                <c:formatCode>General</c:formatCode>
                <c:ptCount val="10"/>
                <c:pt idx="6">
                  <c:v>18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9-D765-444A-A407-354848BC695D}"/>
            </c:ext>
          </c:extLst>
        </c:ser>
        <c:ser>
          <c:idx val="6"/>
          <c:order val="6"/>
          <c:tx>
            <c:strRef>
              <c:f>MA!$AS$161</c:f>
              <c:strCache>
                <c:ptCount val="1"/>
                <c:pt idx="0">
                  <c:v>Heel off center</c:v>
                </c:pt>
              </c:strCache>
            </c:strRef>
          </c:tx>
          <c:spPr>
            <a:solidFill>
              <a:srgbClr val="3CE26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MA!$AS$162:$AS$171</c:f>
              <c:numCache>
                <c:formatCode>General</c:formatCode>
                <c:ptCount val="10"/>
                <c:pt idx="1">
                  <c:v>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6-7D7E-48D5-BE16-DB6704B236E0}"/>
            </c:ext>
          </c:extLst>
        </c:ser>
        <c:ser>
          <c:idx val="7"/>
          <c:order val="7"/>
          <c:tx>
            <c:strRef>
              <c:f>MA!$AT$161</c:f>
              <c:strCache>
                <c:ptCount val="1"/>
                <c:pt idx="0">
                  <c:v>Toe off center</c:v>
                </c:pt>
              </c:strCache>
            </c:strRef>
          </c:tx>
          <c:spPr>
            <a:solidFill>
              <a:srgbClr val="40315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MID SE (GS)</c:v>
                  </c:pt>
                  <c:pt idx="2">
                    <c:v>JORDAN 1 LOW ALT (PS)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MA!$AT$162:$AT$171</c:f>
              <c:numCache>
                <c:formatCode>General</c:formatCode>
                <c:ptCount val="10"/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0A-454B-8C00-8A9C65C456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12262404"/>
        <c:axId val="232326616"/>
        <c:extLst/>
      </c:barChart>
      <c:catAx>
        <c:axId val="4122624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232326616"/>
        <c:crosses val="autoZero"/>
        <c:auto val="1"/>
        <c:lblAlgn val="ctr"/>
        <c:lblOffset val="100"/>
        <c:noMultiLvlLbl val="0"/>
      </c:catAx>
      <c:valAx>
        <c:axId val="232326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122624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f728a24-1889-458e-b47a-785daae38e2d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  <a:endParaRPr lang="vi-VN"/>
    </a:p>
  </c:txPr>
  <c:externalData r:id="rId3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3"/>
            <a:ext cx="5181600" cy="908050"/>
          </a:xfrm>
        </p:spPr>
        <p:txBody>
          <a:bodyPr anchor="t"/>
          <a:lstStyle>
            <a:lvl1pPr algn="l">
              <a:defRPr sz="266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1pPr>
            <a:lvl2pPr marL="304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0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3pPr>
            <a:lvl4pPr marL="914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4pPr>
            <a:lvl5pPr marL="12192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5pPr>
            <a:lvl6pPr marL="15240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6pPr>
            <a:lvl7pPr marL="18288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7pPr>
            <a:lvl8pPr marL="21336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8pPr>
            <a:lvl9pPr marL="2438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3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3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3"/>
            <a:ext cx="3407833" cy="3902075"/>
          </a:xfrm>
        </p:spPr>
        <p:txBody>
          <a:bodyPr/>
          <a:lstStyle>
            <a:lvl1pPr>
              <a:defRPr sz="2135"/>
            </a:lvl1pPr>
            <a:lvl2pPr>
              <a:defRPr sz="1865"/>
            </a:lvl2pPr>
            <a:lvl3pPr>
              <a:defRPr sz="16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3"/>
            <a:ext cx="2005542" cy="31273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5"/>
            </a:lvl1pPr>
            <a:lvl2pPr marL="304800" indent="0">
              <a:buNone/>
              <a:defRPr sz="1865"/>
            </a:lvl2pPr>
            <a:lvl3pPr marL="609600" indent="0">
              <a:buNone/>
              <a:defRPr sz="1600"/>
            </a:lvl3pPr>
            <a:lvl4pPr marL="914400" indent="0">
              <a:buNone/>
              <a:defRPr sz="1335"/>
            </a:lvl4pPr>
            <a:lvl5pPr marL="1219200" indent="0">
              <a:buNone/>
              <a:defRPr sz="1335"/>
            </a:lvl5pPr>
            <a:lvl6pPr marL="1524000" indent="0">
              <a:buNone/>
              <a:defRPr sz="1335"/>
            </a:lvl6pPr>
            <a:lvl7pPr marL="1828800" indent="0">
              <a:buNone/>
              <a:defRPr sz="1335"/>
            </a:lvl7pPr>
            <a:lvl8pPr marL="2133600" indent="0">
              <a:buNone/>
              <a:defRPr sz="1335"/>
            </a:lvl8pPr>
            <a:lvl9pPr marL="2438400" indent="0">
              <a:buNone/>
              <a:defRPr sz="133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09600" rtl="0" eaLnBrk="1" latinLnBrk="0" hangingPunct="1">
        <a:spcBef>
          <a:spcPct val="0"/>
        </a:spcBef>
        <a:buNone/>
        <a:defRPr sz="29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1pPr>
      <a:lvl2pPr marL="495300" indent="-1905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33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»"/>
        <a:defRPr sz="1335" kern="1200">
          <a:solidFill>
            <a:schemeClr val="tx1"/>
          </a:solidFill>
          <a:latin typeface="+mn-lt"/>
          <a:ea typeface="+mn-ea"/>
          <a:cs typeface="+mn-cs"/>
        </a:defRPr>
      </a:lvl5pPr>
      <a:lvl6pPr marL="16764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6pPr>
      <a:lvl7pPr marL="19812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8pPr>
      <a:lvl9pPr marL="2590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chart" Target="../charts/chart6.xml"/><Relationship Id="rId18" Type="http://schemas.openxmlformats.org/officeDocument/2006/relationships/chart" Target="../charts/chart11.xml"/><Relationship Id="rId3" Type="http://schemas.openxmlformats.org/officeDocument/2006/relationships/tags" Target="../tags/tag3.xml"/><Relationship Id="rId7" Type="http://schemas.openxmlformats.org/officeDocument/2006/relationships/image" Target="../media/image4.jpg"/><Relationship Id="rId12" Type="http://schemas.openxmlformats.org/officeDocument/2006/relationships/chart" Target="../charts/chart5.xml"/><Relationship Id="rId17" Type="http://schemas.openxmlformats.org/officeDocument/2006/relationships/chart" Target="../charts/chart10.xml"/><Relationship Id="rId2" Type="http://schemas.openxmlformats.org/officeDocument/2006/relationships/tags" Target="../tags/tag2.xml"/><Relationship Id="rId16" Type="http://schemas.openxmlformats.org/officeDocument/2006/relationships/chart" Target="../charts/chart9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chart" Target="../charts/chart4.xml"/><Relationship Id="rId5" Type="http://schemas.openxmlformats.org/officeDocument/2006/relationships/slideLayout" Target="../slideLayouts/slideLayout4.xml"/><Relationship Id="rId15" Type="http://schemas.openxmlformats.org/officeDocument/2006/relationships/chart" Target="../charts/chart8.xml"/><Relationship Id="rId10" Type="http://schemas.openxmlformats.org/officeDocument/2006/relationships/chart" Target="../charts/chart3.xml"/><Relationship Id="rId4" Type="http://schemas.openxmlformats.org/officeDocument/2006/relationships/tags" Target="../tags/tag4.xml"/><Relationship Id="rId9" Type="http://schemas.openxmlformats.org/officeDocument/2006/relationships/chart" Target="../charts/chart2.xml"/><Relationship Id="rId14" Type="http://schemas.openxmlformats.org/officeDocument/2006/relationships/chart" Target="../charts/char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5.svg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12" Type="http://schemas.openxmlformats.org/officeDocument/2006/relationships/chart" Target="../charts/chart15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11" Type="http://schemas.openxmlformats.org/officeDocument/2006/relationships/chart" Target="../charts/chart14.xml"/><Relationship Id="rId5" Type="http://schemas.openxmlformats.org/officeDocument/2006/relationships/tags" Target="../tags/tag9.xml"/><Relationship Id="rId10" Type="http://schemas.openxmlformats.org/officeDocument/2006/relationships/chart" Target="../charts/chart13.xml"/><Relationship Id="rId4" Type="http://schemas.openxmlformats.org/officeDocument/2006/relationships/tags" Target="../tags/tag8.xml"/><Relationship Id="rId9" Type="http://schemas.openxmlformats.org/officeDocument/2006/relationships/chart" Target="../charts/char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4.jpg"/><Relationship Id="rId7" Type="http://schemas.openxmlformats.org/officeDocument/2006/relationships/chart" Target="../charts/chart1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" y="2416689"/>
            <a:ext cx="1489037" cy="397366"/>
            <a:chOff x="0" y="0"/>
            <a:chExt cx="1536012" cy="156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6012" cy="156984"/>
            </a:xfrm>
            <a:custGeom>
              <a:avLst/>
              <a:gdLst/>
              <a:ahLst/>
              <a:cxnLst/>
              <a:rect l="l" t="t" r="r" b="b"/>
              <a:pathLst>
                <a:path w="1536012" h="156984">
                  <a:moveTo>
                    <a:pt x="0" y="0"/>
                  </a:moveTo>
                  <a:lnTo>
                    <a:pt x="1536012" y="0"/>
                  </a:lnTo>
                  <a:lnTo>
                    <a:pt x="1536012" y="156984"/>
                  </a:lnTo>
                  <a:lnTo>
                    <a:pt x="0" y="156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4" tIns="33864" rIns="33864" bIns="33864" rtlCol="0" anchor="ctr"/>
            <a:lstStyle/>
            <a:p>
              <a:pPr>
                <a:lnSpc>
                  <a:spcPts val="2940"/>
                </a:lnSpc>
              </a:pPr>
              <a:endParaRPr sz="120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7061200" y="4089400"/>
            <a:ext cx="5126990" cy="384810"/>
          </a:xfrm>
          <a:custGeom>
            <a:avLst/>
            <a:gdLst/>
            <a:ahLst/>
            <a:cxnLst/>
            <a:rect l="l" t="t" r="r" b="b"/>
            <a:pathLst>
              <a:path w="2135072" h="135474">
                <a:moveTo>
                  <a:pt x="0" y="0"/>
                </a:moveTo>
                <a:lnTo>
                  <a:pt x="2135072" y="0"/>
                </a:lnTo>
                <a:lnTo>
                  <a:pt x="2135072" y="135474"/>
                </a:lnTo>
                <a:lnTo>
                  <a:pt x="0" y="1354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endParaRPr lang="vi-VN"/>
          </a:p>
        </p:txBody>
      </p:sp>
      <p:sp>
        <p:nvSpPr>
          <p:cNvPr id="15" name="TextBox 15"/>
          <p:cNvSpPr txBox="1"/>
          <p:nvPr/>
        </p:nvSpPr>
        <p:spPr>
          <a:xfrm>
            <a:off x="7425266" y="2752785"/>
            <a:ext cx="4398857" cy="1477328"/>
          </a:xfrm>
          <a:prstGeom prst="rect">
            <a:avLst/>
          </a:prstGeom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ct val="100000"/>
              </a:lnSpc>
              <a:spcBef>
                <a:spcPct val="0"/>
              </a:spcBef>
            </a:pPr>
            <a:r>
              <a:rPr lang="en-US" sz="4800" u="none" dirty="0">
                <a:solidFill>
                  <a:srgbClr val="12222B"/>
                </a:solidFill>
                <a:latin typeface="Open Sans Bold"/>
              </a:rPr>
              <a:t>Re-Inspection </a:t>
            </a:r>
            <a:br>
              <a:rPr lang="en-US" sz="4800" u="none" dirty="0">
                <a:solidFill>
                  <a:srgbClr val="12222B"/>
                </a:solidFill>
                <a:latin typeface="Open Sans Bold"/>
              </a:rPr>
            </a:br>
            <a:r>
              <a:rPr lang="en-US" sz="4800" u="none" dirty="0">
                <a:solidFill>
                  <a:srgbClr val="12222B"/>
                </a:solidFill>
                <a:latin typeface="Open Sans Bold"/>
              </a:rPr>
              <a:t>Report</a:t>
            </a:r>
          </a:p>
        </p:txBody>
      </p:sp>
      <p:pic>
        <p:nvPicPr>
          <p:cNvPr id="16" name="Picture 15"/>
          <p:cNvPicPr/>
          <p:nvPr/>
        </p:nvPicPr>
        <p:blipFill>
          <a:blip r:embed="rId2"/>
          <a:stretch>
            <a:fillRect/>
          </a:stretch>
        </p:blipFill>
        <p:spPr>
          <a:xfrm>
            <a:off x="10414000" y="533400"/>
            <a:ext cx="1488440" cy="67267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7192857" y="2514600"/>
            <a:ext cx="2224617" cy="268817"/>
            <a:chOff x="0" y="0"/>
            <a:chExt cx="2058649" cy="162211"/>
          </a:xfrm>
          <a:solidFill>
            <a:schemeClr val="accent5">
              <a:lumMod val="5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058649" cy="162211"/>
            </a:xfrm>
            <a:custGeom>
              <a:avLst/>
              <a:gdLst/>
              <a:ahLst/>
              <a:cxnLst/>
              <a:rect l="l" t="t" r="r" b="b"/>
              <a:pathLst>
                <a:path w="2058649" h="162211">
                  <a:moveTo>
                    <a:pt x="0" y="0"/>
                  </a:moveTo>
                  <a:lnTo>
                    <a:pt x="2058649" y="0"/>
                  </a:lnTo>
                  <a:lnTo>
                    <a:pt x="2058649" y="162211"/>
                  </a:lnTo>
                  <a:lnTo>
                    <a:pt x="0" y="1622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035" y="0"/>
              <a:ext cx="1865439" cy="162211"/>
            </a:xfrm>
            <a:prstGeom prst="rect">
              <a:avLst/>
            </a:prstGeom>
            <a:grpFill/>
            <a:ln>
              <a:noFill/>
            </a:ln>
          </p:spPr>
          <p:txBody>
            <a:bodyPr lIns="33864" tIns="33864" rIns="33864" bIns="33864" rtlCol="0" anchor="ctr"/>
            <a:lstStyle/>
            <a:p>
              <a:pPr algn="ctr">
                <a:lnSpc>
                  <a:spcPts val="2940"/>
                </a:lnSpc>
              </a:pPr>
              <a:endParaRPr lang="en-US" sz="1400" u="none" dirty="0">
                <a:solidFill>
                  <a:schemeClr val="bg1"/>
                </a:solidFill>
                <a:latin typeface="Noto Sans Bold" panose="020B0802040504020204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-468630" y="2487930"/>
            <a:ext cx="6653530" cy="4143163"/>
            <a:chOff x="-1947" y="6237"/>
            <a:chExt cx="15717" cy="9787"/>
          </a:xfrm>
          <a:blipFill rotWithShape="1">
            <a:blip r:embed="rId3"/>
            <a:stretch>
              <a:fillRect/>
            </a:stretch>
          </a:blipFill>
        </p:grpSpPr>
        <p:sp>
          <p:nvSpPr>
            <p:cNvPr id="20" name="Rounded Rectangle 19"/>
            <p:cNvSpPr/>
            <p:nvPr/>
          </p:nvSpPr>
          <p:spPr>
            <a:xfrm rot="2820000">
              <a:off x="2285" y="2637"/>
              <a:ext cx="1800" cy="9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 rot="2820000">
              <a:off x="3767" y="2058"/>
              <a:ext cx="1800" cy="12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 rot="2820000">
              <a:off x="6904" y="5386"/>
              <a:ext cx="1800" cy="1064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 rot="2820000">
              <a:off x="7822" y="3328"/>
              <a:ext cx="1800" cy="773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 rot="2820000">
              <a:off x="1706" y="8391"/>
              <a:ext cx="1800" cy="910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 rot="2820000">
              <a:off x="6935" y="7471"/>
              <a:ext cx="1800" cy="118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n>
                  <a:noFill/>
                </a:ln>
                <a:noFill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2239" y="14100"/>
              <a:ext cx="1841" cy="19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</p:grpSp>
      <p:sp>
        <p:nvSpPr>
          <p:cNvPr id="33" name="Freeform 17"/>
          <p:cNvSpPr/>
          <p:nvPr/>
        </p:nvSpPr>
        <p:spPr>
          <a:xfrm>
            <a:off x="812800" y="480060"/>
            <a:ext cx="2681393" cy="492337"/>
          </a:xfrm>
          <a:custGeom>
            <a:avLst/>
            <a:gdLst/>
            <a:ahLst/>
            <a:cxnLst/>
            <a:rect l="l" t="t" r="r" b="b"/>
            <a:pathLst>
              <a:path w="4260505" h="784830">
                <a:moveTo>
                  <a:pt x="0" y="0"/>
                </a:moveTo>
                <a:lnTo>
                  <a:pt x="4260505" y="0"/>
                </a:lnTo>
                <a:lnTo>
                  <a:pt x="4260505" y="784830"/>
                </a:lnTo>
                <a:lnTo>
                  <a:pt x="0" y="784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/>
        </p:spPr>
        <p:txBody>
          <a:bodyPr/>
          <a:lstStyle/>
          <a:p>
            <a:endParaRPr lang="en-US" sz="1200" b="1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4" name="TextBox 17"/>
          <p:cNvSpPr txBox="1"/>
          <p:nvPr/>
        </p:nvSpPr>
        <p:spPr>
          <a:xfrm>
            <a:off x="10261600" y="4474210"/>
            <a:ext cx="2074757" cy="464185"/>
          </a:xfrm>
          <a:prstGeom prst="rect">
            <a:avLst/>
          </a:prstGeom>
          <a:effectLst>
            <a:outerShdw blurRad="889000" dist="38100" dir="2700000" algn="tl" rotWithShape="0">
              <a:schemeClr val="tx2">
                <a:alpha val="18000"/>
              </a:scheme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0"/>
              </a:lnSpc>
              <a:spcBef>
                <a:spcPct val="0"/>
              </a:spcBef>
            </a:pPr>
            <a:r>
              <a:rPr lang="en-US" sz="1725" b="1" spc="-51">
                <a:solidFill>
                  <a:schemeClr val="accent4">
                    <a:lumMod val="50000"/>
                  </a:schemeClr>
                </a:solidFill>
                <a:latin typeface="Open Sans Bold" charset="0"/>
                <a:ea typeface="Poppins Bold" panose="00000800000000000000"/>
                <a:cs typeface="Open Sans Bold" charset="0"/>
                <a:sym typeface="Poppins Bold" panose="00000800000000000000"/>
              </a:rPr>
              <a:t>By: nedd.phan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11999" y="4648200"/>
            <a:ext cx="1655105" cy="290195"/>
          </a:xfrm>
          <a:prstGeom prst="roundRect">
            <a:avLst/>
          </a:prstGeom>
          <a:noFill/>
          <a:ln>
            <a:solidFill>
              <a:schemeClr val="bg2">
                <a:lumMod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>
                    <a:lumMod val="50000"/>
                  </a:schemeClr>
                </a:solidFill>
              </a:rP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-508000" y="618278"/>
            <a:ext cx="13411200" cy="1146387"/>
            <a:chOff x="-1313" y="230"/>
            <a:chExt cx="31680" cy="2708"/>
          </a:xfrm>
        </p:grpSpPr>
        <p:sp>
          <p:nvSpPr>
            <p:cNvPr id="22" name="Freeform 21"/>
            <p:cNvSpPr/>
            <p:nvPr/>
          </p:nvSpPr>
          <p:spPr>
            <a:xfrm>
              <a:off x="14527" y="230"/>
              <a:ext cx="15840" cy="27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07" h="2103">
                  <a:moveTo>
                    <a:pt x="0" y="0"/>
                  </a:moveTo>
                  <a:lnTo>
                    <a:pt x="14107" y="0"/>
                  </a:lnTo>
                  <a:lnTo>
                    <a:pt x="14107" y="2103"/>
                  </a:lnTo>
                  <a:lnTo>
                    <a:pt x="4" y="2103"/>
                  </a:lnTo>
                  <a:lnTo>
                    <a:pt x="25" y="2098"/>
                  </a:lnTo>
                  <a:cubicBezTo>
                    <a:pt x="490" y="1978"/>
                    <a:pt x="835" y="1555"/>
                    <a:pt x="835" y="1052"/>
                  </a:cubicBezTo>
                  <a:cubicBezTo>
                    <a:pt x="835" y="549"/>
                    <a:pt x="490" y="126"/>
                    <a:pt x="25" y="6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lumMod val="75000"/>
                  </a:schemeClr>
                </a:gs>
                <a:gs pos="95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lang="en-US" altLang="en-US" sz="1335" dirty="0"/>
            </a:p>
          </p:txBody>
        </p:sp>
        <p:sp>
          <p:nvSpPr>
            <p:cNvPr id="13" name="Freeform 12"/>
            <p:cNvSpPr/>
            <p:nvPr/>
          </p:nvSpPr>
          <p:spPr>
            <a:xfrm rot="10800000">
              <a:off x="-1313" y="231"/>
              <a:ext cx="15840" cy="27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07" h="2103">
                  <a:moveTo>
                    <a:pt x="0" y="0"/>
                  </a:moveTo>
                  <a:lnTo>
                    <a:pt x="14107" y="0"/>
                  </a:lnTo>
                  <a:lnTo>
                    <a:pt x="14107" y="2103"/>
                  </a:lnTo>
                  <a:lnTo>
                    <a:pt x="4" y="2103"/>
                  </a:lnTo>
                  <a:lnTo>
                    <a:pt x="25" y="2098"/>
                  </a:lnTo>
                  <a:cubicBezTo>
                    <a:pt x="490" y="1978"/>
                    <a:pt x="835" y="1555"/>
                    <a:pt x="835" y="1052"/>
                  </a:cubicBezTo>
                  <a:cubicBezTo>
                    <a:pt x="835" y="549"/>
                    <a:pt x="490" y="126"/>
                    <a:pt x="25" y="6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tx2">
                    <a:lumMod val="75000"/>
                  </a:schemeClr>
                </a:gs>
                <a:gs pos="95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lang="en-US" altLang="en-US" sz="1335"/>
            </a:p>
          </p:txBody>
        </p:sp>
      </p:grpSp>
      <p:graphicFrame>
        <p:nvGraphicFramePr>
          <p:cNvPr id="24" name="Chart 5"/>
          <p:cNvGraphicFramePr/>
          <p:nvPr>
            <p:extLst>
              <p:ext uri="{D42A27DB-BD31-4B8C-83A1-F6EECF244321}">
                <p14:modId xmlns:p14="http://schemas.microsoft.com/office/powerpoint/2010/main" val="3774109091"/>
              </p:ext>
            </p:extLst>
          </p:nvPr>
        </p:nvGraphicFramePr>
        <p:xfrm>
          <a:off x="7315200" y="551180"/>
          <a:ext cx="3138170" cy="1277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1" name="Chart 5"/>
          <p:cNvGraphicFramePr/>
          <p:nvPr>
            <p:extLst>
              <p:ext uri="{D42A27DB-BD31-4B8C-83A1-F6EECF244321}">
                <p14:modId xmlns:p14="http://schemas.microsoft.com/office/powerpoint/2010/main" val="363788900"/>
              </p:ext>
            </p:extLst>
          </p:nvPr>
        </p:nvGraphicFramePr>
        <p:xfrm>
          <a:off x="1371600" y="551180"/>
          <a:ext cx="3138170" cy="1277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2" name="Chart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85655196"/>
              </p:ext>
            </p:extLst>
          </p:nvPr>
        </p:nvGraphicFramePr>
        <p:xfrm>
          <a:off x="4917440" y="551180"/>
          <a:ext cx="2134235" cy="1277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" name="Chart 3"/>
          <p:cNvGraphicFramePr/>
          <p:nvPr>
            <p:extLst>
              <p:ext uri="{D42A27DB-BD31-4B8C-83A1-F6EECF244321}">
                <p14:modId xmlns:p14="http://schemas.microsoft.com/office/powerpoint/2010/main" val="2662579193"/>
              </p:ext>
            </p:extLst>
          </p:nvPr>
        </p:nvGraphicFramePr>
        <p:xfrm>
          <a:off x="7778749" y="2159748"/>
          <a:ext cx="4260849" cy="1116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457807179"/>
              </p:ext>
            </p:extLst>
          </p:nvPr>
        </p:nvGraphicFramePr>
        <p:xfrm>
          <a:off x="7764145" y="3333113"/>
          <a:ext cx="4275454" cy="1086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-50589" y="4419600"/>
            <a:ext cx="12293177" cy="0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5807075" y="1075690"/>
            <a:ext cx="748030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35" b="1" dirty="0">
                <a:sym typeface="+mn-ea"/>
              </a:rPr>
              <a:t>Insp. times 898</a:t>
            </a:r>
            <a:endParaRPr lang="en-US" sz="935" b="1" dirty="0"/>
          </a:p>
        </p:txBody>
      </p:sp>
      <p:sp>
        <p:nvSpPr>
          <p:cNvPr id="64" name="Text Box 63"/>
          <p:cNvSpPr txBox="1"/>
          <p:nvPr/>
        </p:nvSpPr>
        <p:spPr>
          <a:xfrm>
            <a:off x="2846705" y="1080770"/>
            <a:ext cx="725170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35" b="1" dirty="0">
                <a:sym typeface="+mn-ea"/>
              </a:rPr>
              <a:t>Insp. times</a:t>
            </a:r>
            <a:r>
              <a:rPr lang="en-US" sz="935" b="1" dirty="0"/>
              <a:t> 337</a:t>
            </a:r>
          </a:p>
        </p:txBody>
      </p:sp>
      <p:sp>
        <p:nvSpPr>
          <p:cNvPr id="78" name="Text Box 77"/>
          <p:cNvSpPr txBox="1"/>
          <p:nvPr/>
        </p:nvSpPr>
        <p:spPr>
          <a:xfrm>
            <a:off x="440690" y="2117090"/>
            <a:ext cx="738717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VH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sp>
        <p:nvSpPr>
          <p:cNvPr id="79" name="Text Box 78"/>
          <p:cNvSpPr txBox="1"/>
          <p:nvPr/>
        </p:nvSpPr>
        <p:spPr>
          <a:xfrm>
            <a:off x="440690" y="3276600"/>
            <a:ext cx="1119479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VH2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sp>
        <p:nvSpPr>
          <p:cNvPr id="80" name="Text Box 79"/>
          <p:cNvSpPr txBox="1"/>
          <p:nvPr/>
        </p:nvSpPr>
        <p:spPr>
          <a:xfrm>
            <a:off x="445135" y="4699000"/>
            <a:ext cx="607483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JV</a:t>
            </a:r>
            <a:endParaRPr lang="en-US" sz="2665" b="1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sp>
        <p:nvSpPr>
          <p:cNvPr id="81" name="Text Box 80"/>
          <p:cNvSpPr txBox="1"/>
          <p:nvPr/>
        </p:nvSpPr>
        <p:spPr>
          <a:xfrm>
            <a:off x="445135" y="5963073"/>
            <a:ext cx="859968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JV2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sp>
        <p:nvSpPr>
          <p:cNvPr id="106" name="Pentagon 105"/>
          <p:cNvSpPr/>
          <p:nvPr/>
        </p:nvSpPr>
        <p:spPr>
          <a:xfrm>
            <a:off x="1655473" y="1877055"/>
            <a:ext cx="2009140" cy="186066"/>
          </a:xfrm>
          <a:prstGeom prst="homePlate">
            <a:avLst/>
          </a:prstGeom>
          <a:solidFill>
            <a:srgbClr val="3D5234"/>
          </a:solidFill>
          <a:ln>
            <a:noFill/>
          </a:ln>
          <a:effectLst>
            <a:outerShdw blurRad="50800" dist="38100" algn="l" rotWithShape="0">
              <a:schemeClr val="tx2">
                <a:lumMod val="50000"/>
                <a:alpha val="76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TOP 5 COUNTRY AUDIT</a:t>
            </a:r>
          </a:p>
        </p:txBody>
      </p:sp>
      <p:sp>
        <p:nvSpPr>
          <p:cNvPr id="107" name="Pentagon 106"/>
          <p:cNvSpPr/>
          <p:nvPr/>
        </p:nvSpPr>
        <p:spPr>
          <a:xfrm>
            <a:off x="4391053" y="1897375"/>
            <a:ext cx="1920240" cy="186066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50800" dist="38100" algn="l" rotWithShape="0">
              <a:schemeClr val="tx2">
                <a:lumMod val="50000"/>
                <a:alpha val="7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TOP 5 MODEL AUDIT</a:t>
            </a:r>
          </a:p>
        </p:txBody>
      </p:sp>
      <p:sp>
        <p:nvSpPr>
          <p:cNvPr id="108" name="Pentagon 107"/>
          <p:cNvSpPr/>
          <p:nvPr/>
        </p:nvSpPr>
        <p:spPr>
          <a:xfrm>
            <a:off x="7870853" y="1897375"/>
            <a:ext cx="1539240" cy="187114"/>
          </a:xfrm>
          <a:prstGeom prst="homePlate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schemeClr val="accent3">
                <a:lumMod val="50000"/>
                <a:alpha val="76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TOP 5 DEFECT</a:t>
            </a:r>
          </a:p>
        </p:txBody>
      </p:sp>
      <p:grpSp>
        <p:nvGrpSpPr>
          <p:cNvPr id="175" name="Group 174"/>
          <p:cNvGrpSpPr/>
          <p:nvPr/>
        </p:nvGrpSpPr>
        <p:grpSpPr>
          <a:xfrm>
            <a:off x="6946900" y="2548997"/>
            <a:ext cx="365760" cy="183287"/>
            <a:chOff x="14812" y="4564"/>
            <a:chExt cx="1049" cy="528"/>
          </a:xfrm>
        </p:grpSpPr>
        <p:sp>
          <p:nvSpPr>
            <p:cNvPr id="167" name="Chevron 166"/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73" name="Chevron 172"/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74" name="Chevron 173"/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726845831"/>
              </p:ext>
            </p:extLst>
          </p:nvPr>
        </p:nvGraphicFramePr>
        <p:xfrm>
          <a:off x="7714614" y="4542367"/>
          <a:ext cx="4324985" cy="1096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840779539"/>
              </p:ext>
            </p:extLst>
          </p:nvPr>
        </p:nvGraphicFramePr>
        <p:xfrm>
          <a:off x="7714614" y="5727564"/>
          <a:ext cx="4324984" cy="1096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386080" y="6263005"/>
            <a:ext cx="98552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</a:t>
            </a:r>
            <a:r>
              <a:rPr lang="en-US" sz="800" b="1" i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475</a:t>
            </a:r>
            <a:endParaRPr lang="en-US" sz="800" b="1" i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81000" y="5035762"/>
            <a:ext cx="9448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</a:t>
            </a:r>
            <a:r>
              <a:rPr lang="en-US" sz="800" b="1" i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86</a:t>
            </a:r>
            <a:endParaRPr lang="en-US" sz="800" b="1" i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763000" y="1080770"/>
            <a:ext cx="748030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35" b="1" dirty="0">
                <a:sym typeface="+mn-ea"/>
              </a:rPr>
              <a:t>Insp. times 561</a:t>
            </a:r>
            <a:endParaRPr lang="en-US" sz="935" b="1" dirty="0"/>
          </a:p>
        </p:txBody>
      </p:sp>
      <p:sp>
        <p:nvSpPr>
          <p:cNvPr id="7" name="Text Box 6"/>
          <p:cNvSpPr txBox="1"/>
          <p:nvPr/>
        </p:nvSpPr>
        <p:spPr>
          <a:xfrm>
            <a:off x="344805" y="2436308"/>
            <a:ext cx="950595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/>
              <a:t>: 303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4805" y="3606907"/>
            <a:ext cx="950595" cy="271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/>
              <a:t>: 34</a:t>
            </a:r>
          </a:p>
        </p:txBody>
      </p:sp>
      <p:graphicFrame>
        <p:nvGraphicFramePr>
          <p:cNvPr id="27" name="Chart 3"/>
          <p:cNvGraphicFramePr/>
          <p:nvPr>
            <p:extLst>
              <p:ext uri="{D42A27DB-BD31-4B8C-83A1-F6EECF244321}">
                <p14:modId xmlns:p14="http://schemas.microsoft.com/office/powerpoint/2010/main" val="1462412208"/>
              </p:ext>
            </p:extLst>
          </p:nvPr>
        </p:nvGraphicFramePr>
        <p:xfrm>
          <a:off x="1659890" y="2133600"/>
          <a:ext cx="2076450" cy="1085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29" name="Chart 28"/>
          <p:cNvGraphicFramePr/>
          <p:nvPr>
            <p:extLst>
              <p:ext uri="{D42A27DB-BD31-4B8C-83A1-F6EECF244321}">
                <p14:modId xmlns:p14="http://schemas.microsoft.com/office/powerpoint/2010/main" val="845626178"/>
              </p:ext>
            </p:extLst>
          </p:nvPr>
        </p:nvGraphicFramePr>
        <p:xfrm>
          <a:off x="1659890" y="3255644"/>
          <a:ext cx="2110740" cy="1163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34" name="Chart 33"/>
          <p:cNvGraphicFramePr/>
          <p:nvPr>
            <p:extLst>
              <p:ext uri="{D42A27DB-BD31-4B8C-83A1-F6EECF244321}">
                <p14:modId xmlns:p14="http://schemas.microsoft.com/office/powerpoint/2010/main" val="2960787694"/>
              </p:ext>
            </p:extLst>
          </p:nvPr>
        </p:nvGraphicFramePr>
        <p:xfrm>
          <a:off x="1431290" y="5761567"/>
          <a:ext cx="2256156" cy="1096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32" name="Chart 4"/>
          <p:cNvGraphicFramePr/>
          <p:nvPr>
            <p:extLst>
              <p:ext uri="{D42A27DB-BD31-4B8C-83A1-F6EECF244321}">
                <p14:modId xmlns:p14="http://schemas.microsoft.com/office/powerpoint/2010/main" val="2779829764"/>
              </p:ext>
            </p:extLst>
          </p:nvPr>
        </p:nvGraphicFramePr>
        <p:xfrm>
          <a:off x="1425575" y="4521837"/>
          <a:ext cx="2280285" cy="1193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-211" y="59159"/>
            <a:ext cx="4636135" cy="523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kumimoji="0" lang="en-ID" sz="2800" b="1" i="0" u="none" strike="noStrike" kern="1200" cap="none" spc="5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Re-Inspection </a:t>
            </a:r>
            <a:r>
              <a:rPr kumimoji="0" lang="en-ID" sz="28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Report_</a:t>
            </a:r>
            <a:r>
              <a:rPr kumimoji="0" lang="en-ID" sz="16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June</a:t>
            </a:r>
            <a:r>
              <a: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 2026</a:t>
            </a:r>
            <a:endParaRPr lang="en-US" sz="2000" baseline="-25000" dirty="0">
              <a:solidFill>
                <a:srgbClr val="3C4DA0"/>
              </a:solidFill>
              <a:latin typeface="Open Sans Bold"/>
              <a:sym typeface="+mn-ea"/>
            </a:endParaRPr>
          </a:p>
        </p:txBody>
      </p:sp>
      <p:graphicFrame>
        <p:nvGraphicFramePr>
          <p:cNvPr id="19" name="Content Placeholder 95">
            <a:extLst>
              <a:ext uri="{FF2B5EF4-FFF2-40B4-BE49-F238E27FC236}">
                <a16:creationId xmlns:a16="http://schemas.microsoft.com/office/drawing/2014/main" id="{4FBB4AA0-EDE3-E3C2-0E7A-74CBC850D8A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4652612"/>
              </p:ext>
            </p:extLst>
          </p:nvPr>
        </p:nvGraphicFramePr>
        <p:xfrm>
          <a:off x="4454244" y="2174268"/>
          <a:ext cx="2134235" cy="797044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56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12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en-US" sz="935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  <a:r>
                        <a:rPr lang="en-US"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Fail</a:t>
                      </a:r>
                    </a:p>
                  </a:txBody>
                  <a:tcPr marL="5289" marR="5289" marT="5289" marB="0" anchor="ctr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WINFLO 12 (MS/WS)</a:t>
                      </a: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7,92%</a:t>
                      </a: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JORDAN SPIZIKE LOW (GS)</a:t>
                      </a: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6,93%</a:t>
                      </a: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SB FORCE 58</a:t>
                      </a: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6,27%</a:t>
                      </a: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 JORDAN 1 LOW SE (MS/WS)</a:t>
                      </a: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5,61%</a:t>
                      </a: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JORDAN TRUE FLIGHT (MS)</a:t>
                      </a: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4,62%</a:t>
                      </a: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53AB6EF-CC7F-AB74-AC23-ADCF740FE6D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49628295"/>
              </p:ext>
            </p:extLst>
          </p:nvPr>
        </p:nvGraphicFramePr>
        <p:xfrm>
          <a:off x="4427856" y="3380640"/>
          <a:ext cx="2160623" cy="830455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4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850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Fail</a:t>
                      </a: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MAX EXCEE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17,65%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UPLIFT SC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14,71%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RUN DEFY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11,76%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WINFLO 12 GTX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11,76%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INITIATOR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8,82%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08994EC-DB9C-F7E3-9B41-8D6BD5716E71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58538568"/>
              </p:ext>
            </p:extLst>
          </p:nvPr>
        </p:nvGraphicFramePr>
        <p:xfrm>
          <a:off x="4454245" y="4538774"/>
          <a:ext cx="2116523" cy="908436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23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382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sz="935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Fail</a:t>
                      </a:r>
                      <a:endParaRPr sz="935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EBERNON LOW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26,74%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0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INITIATOR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17,44%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MAX MOTION 2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15,12%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COURT BOROUGH MID (PSV)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11,63%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MAX SC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9,30%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2BAD37C-4E07-D7AA-8BD9-0C1B06A9808F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610478743"/>
              </p:ext>
            </p:extLst>
          </p:nvPr>
        </p:nvGraphicFramePr>
        <p:xfrm>
          <a:off x="4454245" y="5724109"/>
          <a:ext cx="2117955" cy="863256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02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214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Fail</a:t>
                      </a: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NIKE COURT VISION LOW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20,21%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JORDAN 1 MID SE (PS/TD)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11,16%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AIR JORDAN 1 MID SE (GS)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10,53%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0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NIKE INITIATOR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8,42%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7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JORDAN 1 LOW ALT (PS)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7,16%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7" name="Group 56">
            <a:extLst>
              <a:ext uri="{FF2B5EF4-FFF2-40B4-BE49-F238E27FC236}">
                <a16:creationId xmlns:a16="http://schemas.microsoft.com/office/drawing/2014/main" id="{C3ABDC76-78EE-802A-1717-77567FB7D266}"/>
              </a:ext>
            </a:extLst>
          </p:cNvPr>
          <p:cNvGrpSpPr/>
          <p:nvPr/>
        </p:nvGrpSpPr>
        <p:grpSpPr>
          <a:xfrm>
            <a:off x="6933476" y="3654335"/>
            <a:ext cx="365760" cy="183287"/>
            <a:chOff x="14812" y="4564"/>
            <a:chExt cx="1049" cy="528"/>
          </a:xfrm>
        </p:grpSpPr>
        <p:sp>
          <p:nvSpPr>
            <p:cNvPr id="58" name="Chevron 166">
              <a:extLst>
                <a:ext uri="{FF2B5EF4-FFF2-40B4-BE49-F238E27FC236}">
                  <a16:creationId xmlns:a16="http://schemas.microsoft.com/office/drawing/2014/main" id="{54D2F605-92F1-6C7B-001F-360E4CC4104B}"/>
                </a:ext>
              </a:extLst>
            </p:cNvPr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9" name="Chevron 172">
              <a:extLst>
                <a:ext uri="{FF2B5EF4-FFF2-40B4-BE49-F238E27FC236}">
                  <a16:creationId xmlns:a16="http://schemas.microsoft.com/office/drawing/2014/main" id="{B5C715CB-E682-E171-8DD3-7CB33E9702C2}"/>
                </a:ext>
              </a:extLst>
            </p:cNvPr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0" name="Chevron 173">
              <a:extLst>
                <a:ext uri="{FF2B5EF4-FFF2-40B4-BE49-F238E27FC236}">
                  <a16:creationId xmlns:a16="http://schemas.microsoft.com/office/drawing/2014/main" id="{725C1899-CA07-3902-7F38-E6A95588E171}"/>
                </a:ext>
              </a:extLst>
            </p:cNvPr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756E79-DB34-3545-5503-DC8ECF4D5AF1}"/>
              </a:ext>
            </a:extLst>
          </p:cNvPr>
          <p:cNvGrpSpPr/>
          <p:nvPr/>
        </p:nvGrpSpPr>
        <p:grpSpPr>
          <a:xfrm>
            <a:off x="6946900" y="4945651"/>
            <a:ext cx="365760" cy="183287"/>
            <a:chOff x="14812" y="4564"/>
            <a:chExt cx="1049" cy="528"/>
          </a:xfrm>
        </p:grpSpPr>
        <p:sp>
          <p:nvSpPr>
            <p:cNvPr id="62" name="Chevron 166">
              <a:extLst>
                <a:ext uri="{FF2B5EF4-FFF2-40B4-BE49-F238E27FC236}">
                  <a16:creationId xmlns:a16="http://schemas.microsoft.com/office/drawing/2014/main" id="{618F9C95-835A-ED71-43F3-7A1D821C2D62}"/>
                </a:ext>
              </a:extLst>
            </p:cNvPr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3" name="Chevron 172">
              <a:extLst>
                <a:ext uri="{FF2B5EF4-FFF2-40B4-BE49-F238E27FC236}">
                  <a16:creationId xmlns:a16="http://schemas.microsoft.com/office/drawing/2014/main" id="{4081A4C4-E0D5-60DD-CF25-C6AB85673C6D}"/>
                </a:ext>
              </a:extLst>
            </p:cNvPr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5" name="Chevron 173">
              <a:extLst>
                <a:ext uri="{FF2B5EF4-FFF2-40B4-BE49-F238E27FC236}">
                  <a16:creationId xmlns:a16="http://schemas.microsoft.com/office/drawing/2014/main" id="{B7E52168-AA9C-3E56-EEE2-6F99486B8BCF}"/>
                </a:ext>
              </a:extLst>
            </p:cNvPr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E551DA4-5C30-74E6-39DC-BE68C41E218B}"/>
              </a:ext>
            </a:extLst>
          </p:cNvPr>
          <p:cNvGrpSpPr/>
          <p:nvPr/>
        </p:nvGrpSpPr>
        <p:grpSpPr>
          <a:xfrm>
            <a:off x="6960324" y="6178327"/>
            <a:ext cx="365760" cy="183287"/>
            <a:chOff x="14812" y="4564"/>
            <a:chExt cx="1049" cy="528"/>
          </a:xfrm>
        </p:grpSpPr>
        <p:sp>
          <p:nvSpPr>
            <p:cNvPr id="67" name="Chevron 166">
              <a:extLst>
                <a:ext uri="{FF2B5EF4-FFF2-40B4-BE49-F238E27FC236}">
                  <a16:creationId xmlns:a16="http://schemas.microsoft.com/office/drawing/2014/main" id="{A1723D9C-D17C-2355-C0EF-CBEC169BE29C}"/>
                </a:ext>
              </a:extLst>
            </p:cNvPr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8" name="Chevron 172">
              <a:extLst>
                <a:ext uri="{FF2B5EF4-FFF2-40B4-BE49-F238E27FC236}">
                  <a16:creationId xmlns:a16="http://schemas.microsoft.com/office/drawing/2014/main" id="{571ECA40-7FDE-8DB3-BB75-34943D2C3BCE}"/>
                </a:ext>
              </a:extLst>
            </p:cNvPr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9" name="Chevron 173">
              <a:extLst>
                <a:ext uri="{FF2B5EF4-FFF2-40B4-BE49-F238E27FC236}">
                  <a16:creationId xmlns:a16="http://schemas.microsoft.com/office/drawing/2014/main" id="{FE1F0E33-C6BA-7855-9C52-08D20C1DEE73}"/>
                </a:ext>
              </a:extLst>
            </p:cNvPr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Chart 36"/>
          <p:cNvGraphicFramePr/>
          <p:nvPr>
            <p:extLst>
              <p:ext uri="{D42A27DB-BD31-4B8C-83A1-F6EECF244321}">
                <p14:modId xmlns:p14="http://schemas.microsoft.com/office/powerpoint/2010/main" val="3543568902"/>
              </p:ext>
            </p:extLst>
          </p:nvPr>
        </p:nvGraphicFramePr>
        <p:xfrm>
          <a:off x="1524000" y="875665"/>
          <a:ext cx="9110980" cy="1407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9" name="Text Box 48"/>
          <p:cNvSpPr txBox="1"/>
          <p:nvPr/>
        </p:nvSpPr>
        <p:spPr>
          <a:xfrm>
            <a:off x="2438400" y="609600"/>
            <a:ext cx="46456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COMPARISON OF THE TWO INSPECTIONS </a:t>
            </a:r>
          </a:p>
        </p:txBody>
      </p:sp>
      <p:sp>
        <p:nvSpPr>
          <p:cNvPr id="69" name="Text Box 68"/>
          <p:cNvSpPr txBox="1"/>
          <p:nvPr/>
        </p:nvSpPr>
        <p:spPr>
          <a:xfrm>
            <a:off x="328083" y="1852203"/>
            <a:ext cx="738717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VH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cxnSp>
        <p:nvCxnSpPr>
          <p:cNvPr id="76" name="Straight Connector 75"/>
          <p:cNvCxnSpPr/>
          <p:nvPr/>
        </p:nvCxnSpPr>
        <p:spPr>
          <a:xfrm>
            <a:off x="-152400" y="3810000"/>
            <a:ext cx="13402310" cy="2476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3514862032"/>
              </p:ext>
            </p:extLst>
          </p:nvPr>
        </p:nvGraphicFramePr>
        <p:xfrm>
          <a:off x="1524000" y="2325052"/>
          <a:ext cx="9110980" cy="142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1066800" y="951865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557798693"/>
              </p:ext>
            </p:extLst>
          </p:nvPr>
        </p:nvGraphicFramePr>
        <p:xfrm>
          <a:off x="1524000" y="3911116"/>
          <a:ext cx="9110980" cy="1365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1131838836"/>
              </p:ext>
            </p:extLst>
          </p:nvPr>
        </p:nvGraphicFramePr>
        <p:xfrm>
          <a:off x="1524000" y="5371465"/>
          <a:ext cx="9110980" cy="1439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1066800" y="2392680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1066800" y="3966845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1066800" y="5408295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</a:p>
        </p:txBody>
      </p:sp>
      <p:sp>
        <p:nvSpPr>
          <p:cNvPr id="40" name="Text Box 39"/>
          <p:cNvSpPr txBox="1"/>
          <p:nvPr/>
        </p:nvSpPr>
        <p:spPr>
          <a:xfrm>
            <a:off x="228600" y="4847141"/>
            <a:ext cx="1066800" cy="394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VH2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FE6C14-042A-A0F5-B600-8D07E7D7121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158845" y="4328794"/>
            <a:ext cx="3855720" cy="1707515"/>
            <a:chOff x="12487" y="6839"/>
            <a:chExt cx="6072" cy="2689"/>
          </a:xfrm>
        </p:grpSpPr>
        <p:sp>
          <p:nvSpPr>
            <p:cNvPr id="9" name="Text Box 45">
              <a:extLst>
                <a:ext uri="{FF2B5EF4-FFF2-40B4-BE49-F238E27FC236}">
                  <a16:creationId xmlns:a16="http://schemas.microsoft.com/office/drawing/2014/main" id="{A8F60325-3E3A-C1CB-61CC-26DB0CA3A73E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3212" y="6839"/>
              <a:ext cx="4890" cy="12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50" indent="-171450" algn="l">
                <a:lnSpc>
                  <a:spcPct val="80000"/>
                </a:lnSpc>
                <a:spcBef>
                  <a:spcPts val="700"/>
                </a:spcBef>
                <a:spcAft>
                  <a:spcPts val="0"/>
                </a:spcAft>
                <a:buFont typeface="Wingdings" panose="05000000000000000000" charset="0"/>
                <a:buChar char="v"/>
              </a:pPr>
              <a:r>
                <a:rPr lang="en-US" altLang="en-US" sz="1000" b="1" dirty="0">
                  <a:solidFill>
                    <a:schemeClr val="tx1"/>
                  </a:solidFill>
                </a:rPr>
                <a:t>At </a:t>
              </a:r>
              <a:r>
                <a:rPr lang="en-US" altLang="en-US" sz="1000" b="1" dirty="0">
                  <a:solidFill>
                    <a:srgbClr val="FF0000"/>
                  </a:solidFill>
                </a:rPr>
                <a:t>RED FRAME</a:t>
              </a:r>
              <a:r>
                <a:rPr lang="en-US" altLang="en-US" sz="1000" b="1" dirty="0">
                  <a:solidFill>
                    <a:schemeClr val="accent6">
                      <a:lumMod val="75000"/>
                    </a:schemeClr>
                  </a:solidFill>
                </a:rPr>
                <a:t>,</a:t>
              </a:r>
              <a:r>
                <a:rPr lang="en-US" altLang="en-US" sz="1000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altLang="en-US" sz="1000" dirty="0">
                  <a:solidFill>
                    <a:schemeClr val="tx1"/>
                  </a:solidFill>
                  <a:sym typeface="+mn-ea"/>
                </a:rPr>
                <a:t>We observed that afte</a:t>
              </a:r>
              <a:r>
                <a:rPr lang="en-US" altLang="en-US" sz="1000" dirty="0">
                  <a:solidFill>
                    <a:schemeClr val="tx1"/>
                  </a:solidFill>
                </a:rPr>
                <a:t>r the Reinspection process,</a:t>
              </a:r>
              <a:r>
                <a:rPr lang="en-US" altLang="en-US" sz="1000" b="1" dirty="0">
                  <a:solidFill>
                    <a:schemeClr val="tx1"/>
                  </a:solidFill>
                </a:rPr>
                <a:t> MA-Reinspection </a:t>
              </a:r>
              <a:r>
                <a:rPr lang="en-US" altLang="en-US" sz="1000" dirty="0">
                  <a:solidFill>
                    <a:schemeClr val="tx1"/>
                  </a:solidFill>
                </a:rPr>
                <a:t>still detected </a:t>
              </a:r>
              <a:r>
                <a:rPr lang="en-US" altLang="en-US" sz="1000" b="1" dirty="0">
                  <a:solidFill>
                    <a:srgbClr val="10253F"/>
                  </a:solidFill>
                </a:rPr>
                <a:t>Cleanness</a:t>
              </a:r>
              <a:r>
                <a:rPr lang="en-US" altLang="en-US" sz="1000" b="1" dirty="0">
                  <a:solidFill>
                    <a:schemeClr val="tx2"/>
                  </a:solidFill>
                </a:rPr>
                <a:t> </a:t>
              </a:r>
              <a:r>
                <a:rPr lang="en-US" altLang="en-US" sz="1000" dirty="0">
                  <a:solidFill>
                    <a:schemeClr val="tx1"/>
                  </a:solidFill>
                </a:rPr>
                <a:t>issues</a:t>
              </a:r>
              <a:r>
                <a:rPr lang="en-US" altLang="en-US" sz="1000" b="1" dirty="0">
                  <a:solidFill>
                    <a:schemeClr val="tx1"/>
                  </a:solidFill>
                </a:rPr>
                <a:t> with no significant improvement</a:t>
              </a:r>
              <a:r>
                <a:rPr lang="en-US" altLang="en-US" sz="1000" dirty="0">
                  <a:solidFill>
                    <a:schemeClr val="tx1"/>
                  </a:solidFill>
                </a:rPr>
                <a:t> in the number of defects</a:t>
              </a:r>
              <a:r>
                <a:rPr lang="en-US" altLang="en-US" sz="1000" b="1" dirty="0">
                  <a:solidFill>
                    <a:schemeClr val="tx1"/>
                  </a:solidFill>
                </a:rPr>
                <a:t> compared to HFPA and QC-Reinspection</a:t>
              </a:r>
              <a:endParaRPr lang="en-US" altLang="en-US" sz="1000" b="1" dirty="0"/>
            </a:p>
          </p:txBody>
        </p:sp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3C003B4B-58FC-70EA-0258-C7CEA24AEE5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2720" y="6891"/>
              <a:ext cx="461" cy="403"/>
            </a:xfrm>
            <a:custGeom>
              <a:avLst/>
              <a:gdLst/>
              <a:ahLst/>
              <a:cxnLst/>
              <a:rect l="l" t="t" r="r" b="b"/>
              <a:pathLst>
                <a:path w="1043341" h="1016784">
                  <a:moveTo>
                    <a:pt x="0" y="0"/>
                  </a:moveTo>
                  <a:lnTo>
                    <a:pt x="1043341" y="0"/>
                  </a:lnTo>
                  <a:lnTo>
                    <a:pt x="1043341" y="1016783"/>
                  </a:lnTo>
                  <a:lnTo>
                    <a:pt x="0" y="1016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  <a:p>
              <a:endParaRPr lang="en-US" sz="1200"/>
            </a:p>
          </p:txBody>
        </p:sp>
        <p:sp>
          <p:nvSpPr>
            <p:cNvPr id="12" name="Text Box 53">
              <a:extLst>
                <a:ext uri="{FF2B5EF4-FFF2-40B4-BE49-F238E27FC236}">
                  <a16:creationId xmlns:a16="http://schemas.microsoft.com/office/drawing/2014/main" id="{4CE9BA92-AD33-B02A-7A41-15D9B44F0EB2}"/>
                </a:ext>
              </a:extLst>
            </p:cNvPr>
            <p:cNvSpPr txBox="1"/>
            <p:nvPr/>
          </p:nvSpPr>
          <p:spPr>
            <a:xfrm>
              <a:off x="12487" y="8605"/>
              <a:ext cx="6072" cy="9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50" indent="-171450" algn="l">
                <a:lnSpc>
                  <a:spcPct val="80000"/>
                </a:lnSpc>
                <a:spcBef>
                  <a:spcPts val="700"/>
                </a:spcBef>
                <a:spcAft>
                  <a:spcPts val="0"/>
                </a:spcAft>
                <a:buFont typeface="Wingdings" panose="05000000000000000000" charset="0"/>
                <a:buChar char="Ø"/>
              </a:pPr>
              <a:r>
                <a:rPr lang="en-US" altLang="en-US" sz="1000" i="1" dirty="0">
                  <a:solidFill>
                    <a:schemeClr val="tx1"/>
                  </a:solidFill>
                </a:rPr>
                <a:t>It is </a:t>
              </a:r>
              <a:r>
                <a:rPr lang="en-US" altLang="en-US" sz="1000" i="1" dirty="0" err="1">
                  <a:solidFill>
                    <a:schemeClr val="tx1"/>
                  </a:solidFill>
                </a:rPr>
                <a:t>nescessary</a:t>
              </a:r>
              <a:r>
                <a:rPr lang="en-US" altLang="en-US" sz="1000" b="1" i="1" dirty="0">
                  <a:solidFill>
                    <a:schemeClr val="tx1"/>
                  </a:solidFill>
                </a:rPr>
                <a:t> for Reviewing the inspection standards</a:t>
              </a:r>
              <a:r>
                <a:rPr lang="en-US" altLang="en-US" sz="1000" b="1" dirty="0">
                  <a:solidFill>
                    <a:schemeClr val="tx1"/>
                  </a:solidFill>
                </a:rPr>
                <a:t> </a:t>
              </a:r>
              <a:r>
                <a:rPr lang="en-US" altLang="en-US" sz="1000" dirty="0">
                  <a:solidFill>
                    <a:schemeClr val="tx1"/>
                  </a:solidFill>
                </a:rPr>
                <a:t>among QCs - MAs, </a:t>
              </a:r>
              <a:r>
                <a:rPr lang="en-US" altLang="en-US" sz="1000" dirty="0">
                  <a:sym typeface="+mn-ea"/>
                </a:rPr>
                <a:t> as well as within each team themselves</a:t>
              </a:r>
              <a:endParaRPr lang="en-US" altLang="en-US" sz="1000" dirty="0">
                <a:solidFill>
                  <a:schemeClr val="tx1"/>
                </a:solidFill>
              </a:endParaRPr>
            </a:p>
            <a:p>
              <a:pPr algn="l"/>
              <a:endParaRPr lang="en-US" altLang="en-US" sz="1000" dirty="0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27ECBC-5BFB-76CC-54E3-CDB64F612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089692"/>
              </p:ext>
            </p:extLst>
          </p:nvPr>
        </p:nvGraphicFramePr>
        <p:xfrm>
          <a:off x="10181728" y="1032792"/>
          <a:ext cx="2143304" cy="14478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04">
                  <a:extLst>
                    <a:ext uri="{9D8B030D-6E8A-4147-A177-3AD203B41FA5}">
                      <a16:colId xmlns:a16="http://schemas.microsoft.com/office/drawing/2014/main" val="265012285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766246057"/>
                    </a:ext>
                  </a:extLst>
                </a:gridCol>
              </a:tblGrid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Others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315829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2C4D75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Components inconsistent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96649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892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Nosew bond gap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16464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Cleanness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216216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Midsole/Outsole to upper bond gap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88244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622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Over cement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547624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7F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Thread end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85684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57AFE0B-D817-8467-C97E-DDCDA03A6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637474"/>
              </p:ext>
            </p:extLst>
          </p:nvPr>
        </p:nvGraphicFramePr>
        <p:xfrm>
          <a:off x="8110178" y="1032792"/>
          <a:ext cx="1795779" cy="14035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04">
                  <a:extLst>
                    <a:ext uri="{9D8B030D-6E8A-4147-A177-3AD203B41FA5}">
                      <a16:colId xmlns:a16="http://schemas.microsoft.com/office/drawing/2014/main" val="2650122853"/>
                    </a:ext>
                  </a:extLst>
                </a:gridCol>
                <a:gridCol w="1557475">
                  <a:extLst>
                    <a:ext uri="{9D8B030D-6E8A-4147-A177-3AD203B41FA5}">
                      <a16:colId xmlns:a16="http://schemas.microsoft.com/office/drawing/2014/main" val="3766246057"/>
                    </a:ext>
                  </a:extLst>
                </a:gridCol>
              </a:tblGrid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Wrinkle bottom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783301"/>
                  </a:ext>
                </a:extLst>
              </a:tr>
              <a:tr h="1506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Wrinkle collar lining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315829"/>
                  </a:ext>
                </a:extLst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Rocking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16464"/>
                  </a:ext>
                </a:extLst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Sole attachment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216216"/>
                  </a:ext>
                </a:extLst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9B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Collar shape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487633"/>
                  </a:ext>
                </a:extLst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A4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Heel/Tip height inconsistent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763036"/>
                  </a:ext>
                </a:extLst>
              </a:tr>
              <a:tr h="2088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Bottom Cosmetic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665870"/>
                  </a:ext>
                </a:extLst>
              </a:tr>
            </a:tbl>
          </a:graphicData>
        </a:graphic>
      </p:graphicFrame>
      <p:sp>
        <p:nvSpPr>
          <p:cNvPr id="16" name="Text Box 13">
            <a:extLst>
              <a:ext uri="{FF2B5EF4-FFF2-40B4-BE49-F238E27FC236}">
                <a16:creationId xmlns:a16="http://schemas.microsoft.com/office/drawing/2014/main" id="{998D3D64-3614-491A-7B5D-D2CC35904514}"/>
              </a:ext>
            </a:extLst>
          </p:cNvPr>
          <p:cNvSpPr txBox="1"/>
          <p:nvPr/>
        </p:nvSpPr>
        <p:spPr>
          <a:xfrm>
            <a:off x="-211" y="59159"/>
            <a:ext cx="4636135" cy="523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kumimoji="0" lang="en-ID" sz="2800" b="1" i="0" u="none" strike="noStrike" kern="1200" cap="none" spc="5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Re-Inspection </a:t>
            </a:r>
            <a:r>
              <a:rPr kumimoji="0" lang="en-ID" sz="28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Report_</a:t>
            </a:r>
            <a:r>
              <a:rPr kumimoji="0" lang="en-ID" sz="16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June</a:t>
            </a:r>
            <a:r>
              <a: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 2026</a:t>
            </a:r>
            <a:endParaRPr lang="en-US" sz="2000" baseline="-25000" dirty="0">
              <a:solidFill>
                <a:srgbClr val="3C4DA0"/>
              </a:solidFill>
              <a:latin typeface="Open Sans Bold"/>
              <a:sym typeface="+mn-ea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EB92F8-23DE-5225-FDE3-C1B093D50168}"/>
              </a:ext>
            </a:extLst>
          </p:cNvPr>
          <p:cNvCxnSpPr>
            <a:cxnSpLocks/>
          </p:cNvCxnSpPr>
          <p:nvPr/>
        </p:nvCxnSpPr>
        <p:spPr>
          <a:xfrm flipV="1">
            <a:off x="4652359" y="5981382"/>
            <a:ext cx="346940" cy="109855"/>
          </a:xfrm>
          <a:prstGeom prst="straightConnector1">
            <a:avLst/>
          </a:prstGeom>
          <a:noFill/>
          <a:ln w="19050">
            <a:gradFill>
              <a:gsLst>
                <a:gs pos="0">
                  <a:srgbClr val="7030A0"/>
                </a:gs>
                <a:gs pos="100000">
                  <a:srgbClr val="FF0000"/>
                </a:gs>
              </a:gsLst>
            </a:gradFill>
            <a:headEnd type="oval" w="med" len="med"/>
            <a:tailEnd type="oval" w="sm" len="sm"/>
          </a:ln>
          <a:effectLst/>
        </p:spPr>
      </p:cxnSp>
      <p:sp>
        <p:nvSpPr>
          <p:cNvPr id="29" name="Rectangles 61">
            <a:extLst>
              <a:ext uri="{FF2B5EF4-FFF2-40B4-BE49-F238E27FC236}">
                <a16:creationId xmlns:a16="http://schemas.microsoft.com/office/drawing/2014/main" id="{936F2A3C-B52E-5828-180F-B628D77FB7A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6200000">
            <a:off x="12909444" y="4237541"/>
            <a:ext cx="2814532" cy="12192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highlight>
                <a:srgbClr val="FFFF00"/>
              </a:highlight>
            </a:endParaRPr>
          </a:p>
        </p:txBody>
      </p:sp>
      <p:sp>
        <p:nvSpPr>
          <p:cNvPr id="23" name="Rectangles 61">
            <a:extLst>
              <a:ext uri="{FF2B5EF4-FFF2-40B4-BE49-F238E27FC236}">
                <a16:creationId xmlns:a16="http://schemas.microsoft.com/office/drawing/2014/main" id="{50549768-1B07-5745-BD52-7473E0D9037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6200000">
            <a:off x="3422561" y="4726158"/>
            <a:ext cx="2814532" cy="1114756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Connector 75"/>
          <p:cNvCxnSpPr/>
          <p:nvPr/>
        </p:nvCxnSpPr>
        <p:spPr>
          <a:xfrm>
            <a:off x="-152400" y="3872230"/>
            <a:ext cx="13402310" cy="2476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51" name="Content Placeholder 5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277675"/>
              </p:ext>
            </p:extLst>
          </p:nvPr>
        </p:nvGraphicFramePr>
        <p:xfrm>
          <a:off x="1524000" y="828040"/>
          <a:ext cx="8959850" cy="1525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016755187"/>
              </p:ext>
            </p:extLst>
          </p:nvPr>
        </p:nvGraphicFramePr>
        <p:xfrm>
          <a:off x="1524635" y="2286000"/>
          <a:ext cx="8916035" cy="14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2" name="Chart 51"/>
          <p:cNvGraphicFramePr/>
          <p:nvPr>
            <p:extLst>
              <p:ext uri="{D42A27DB-BD31-4B8C-83A1-F6EECF244321}">
                <p14:modId xmlns:p14="http://schemas.microsoft.com/office/powerpoint/2010/main" val="1888180333"/>
              </p:ext>
            </p:extLst>
          </p:nvPr>
        </p:nvGraphicFramePr>
        <p:xfrm>
          <a:off x="1524000" y="3990340"/>
          <a:ext cx="9062085" cy="13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1305612404"/>
              </p:ext>
            </p:extLst>
          </p:nvPr>
        </p:nvGraphicFramePr>
        <p:xfrm>
          <a:off x="1524000" y="5408295"/>
          <a:ext cx="8832850" cy="1379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304800" y="1828800"/>
            <a:ext cx="738717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665" b="1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JV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1066800" y="951865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1066800" y="2392680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1075886" y="4127499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1066800" y="5479415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</a:p>
        </p:txBody>
      </p:sp>
      <p:sp>
        <p:nvSpPr>
          <p:cNvPr id="40" name="Text Box 39"/>
          <p:cNvSpPr txBox="1"/>
          <p:nvPr/>
        </p:nvSpPr>
        <p:spPr>
          <a:xfrm>
            <a:off x="302172" y="4937124"/>
            <a:ext cx="838199" cy="328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JV2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2438400" y="546100"/>
            <a:ext cx="46456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COMPARISON OF THE TWO INSPECTIONS 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3B128086-FE1F-6581-0A69-975116BADE7B}"/>
              </a:ext>
            </a:extLst>
          </p:cNvPr>
          <p:cNvSpPr txBox="1"/>
          <p:nvPr/>
        </p:nvSpPr>
        <p:spPr>
          <a:xfrm>
            <a:off x="-211" y="59159"/>
            <a:ext cx="4636135" cy="523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kumimoji="0" lang="en-ID" sz="2800" b="1" i="0" u="none" strike="noStrike" kern="1200" cap="none" spc="5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Re-Inspection </a:t>
            </a:r>
            <a:r>
              <a:rPr kumimoji="0" lang="en-ID" sz="28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Report_</a:t>
            </a:r>
            <a:r>
              <a:rPr kumimoji="0" lang="en-ID" sz="16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June</a:t>
            </a:r>
            <a:r>
              <a: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 2026</a:t>
            </a:r>
            <a:endParaRPr lang="en-US" sz="2000" baseline="-25000" dirty="0">
              <a:solidFill>
                <a:srgbClr val="3C4DA0"/>
              </a:solidFill>
              <a:latin typeface="Open Sans Bold"/>
              <a:sym typeface="+mn-e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7612C2-82CB-2367-0E3C-6486B82364D5}"/>
              </a:ext>
            </a:extLst>
          </p:cNvPr>
          <p:cNvGrpSpPr/>
          <p:nvPr/>
        </p:nvGrpSpPr>
        <p:grpSpPr>
          <a:xfrm>
            <a:off x="8213211" y="4348480"/>
            <a:ext cx="3352800" cy="1059815"/>
            <a:chOff x="13219" y="7163"/>
            <a:chExt cx="5280" cy="1669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03A30739-FF6A-D7C2-EC33-5D9D9220BB81}"/>
                </a:ext>
              </a:extLst>
            </p:cNvPr>
            <p:cNvSpPr/>
            <p:nvPr/>
          </p:nvSpPr>
          <p:spPr>
            <a:xfrm>
              <a:off x="13219" y="7163"/>
              <a:ext cx="461" cy="403"/>
            </a:xfrm>
            <a:custGeom>
              <a:avLst/>
              <a:gdLst/>
              <a:ahLst/>
              <a:cxnLst/>
              <a:rect l="l" t="t" r="r" b="b"/>
              <a:pathLst>
                <a:path w="1043341" h="1016784">
                  <a:moveTo>
                    <a:pt x="0" y="0"/>
                  </a:moveTo>
                  <a:lnTo>
                    <a:pt x="1043341" y="0"/>
                  </a:lnTo>
                  <a:lnTo>
                    <a:pt x="1043341" y="1016783"/>
                  </a:lnTo>
                  <a:lnTo>
                    <a:pt x="0" y="1016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C2B26314-8835-23AA-4639-C10F8CE2C36E}"/>
                </a:ext>
              </a:extLst>
            </p:cNvPr>
            <p:cNvSpPr txBox="1"/>
            <p:nvPr/>
          </p:nvSpPr>
          <p:spPr>
            <a:xfrm>
              <a:off x="13680" y="7176"/>
              <a:ext cx="4819" cy="16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50" lvl="0" indent="-171450">
                <a:lnSpc>
                  <a:spcPct val="80000"/>
                </a:lnSpc>
                <a:spcBef>
                  <a:spcPts val="700"/>
                </a:spcBef>
                <a:buFont typeface="Wingdings" panose="05000000000000000000" charset="0"/>
                <a:buChar char="v"/>
                <a:defRPr/>
              </a:pP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At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</a:rPr>
                <a:t>PURPLE FRAME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</a:t>
              </a: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defects detected during HFPA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60000"/>
                      <a:lumOff val="40000"/>
                    </a:srgbClr>
                  </a:solidFill>
                  <a:effectLst/>
                  <a:uLnTx/>
                  <a:uFillTx/>
                  <a:sym typeface="+mn-ea"/>
                </a:rPr>
                <a:t>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9BBB59">
                      <a:lumMod val="75000"/>
                    </a:srgbClr>
                  </a:solidFill>
                  <a:effectLst/>
                  <a:uLnTx/>
                  <a:uFillTx/>
                  <a:sym typeface="+mn-ea"/>
                </a:rPr>
                <a:t>(Over cement,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0253F"/>
                  </a:solidFill>
                  <a:effectLst/>
                  <a:uLnTx/>
                  <a:uFillTx/>
                  <a:sym typeface="+mn-ea"/>
                </a:rPr>
                <a:t>Cleanness</a:t>
              </a:r>
              <a:r>
                <a:rPr lang="en-US" altLang="en-US" sz="1000" b="1" kern="0" dirty="0">
                  <a:solidFill>
                    <a:srgbClr val="10253F"/>
                  </a:solidFill>
                  <a:sym typeface="+mn-ea"/>
                </a:rPr>
                <a:t>)</a:t>
              </a:r>
              <a:r>
                <a:rPr lang="en-US" altLang="en-US" sz="1000" b="1" kern="0" dirty="0">
                  <a:solidFill>
                    <a:srgbClr val="1F497D"/>
                  </a:solidFill>
                  <a:sym typeface="+mn-ea"/>
                </a:rPr>
                <a:t> </a:t>
              </a:r>
              <a:r>
                <a:rPr lang="en-US" sz="1000" dirty="0"/>
                <a:t>had only </a:t>
              </a:r>
              <a:r>
                <a:rPr lang="en-US" sz="1000" b="1" dirty="0"/>
                <a:t>slight improvement and even increased </a:t>
              </a:r>
              <a:r>
                <a:rPr lang="en-US" sz="1000" dirty="0"/>
                <a:t>in quantity at the QC &amp; MA re-inspection.</a:t>
              </a:r>
              <a:b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</a:br>
              <a:endParaRPr kumimoji="0" lang="en-US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64C982-6308-422E-E931-80889343C411}"/>
              </a:ext>
            </a:extLst>
          </p:cNvPr>
          <p:cNvGrpSpPr/>
          <p:nvPr/>
        </p:nvGrpSpPr>
        <p:grpSpPr>
          <a:xfrm>
            <a:off x="8099301" y="2419350"/>
            <a:ext cx="3950335" cy="1323340"/>
            <a:chOff x="13200" y="3663"/>
            <a:chExt cx="6221" cy="2084"/>
          </a:xfrm>
        </p:grpSpPr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CC659360-589B-9998-AD12-96B2BF1DC52B}"/>
                </a:ext>
              </a:extLst>
            </p:cNvPr>
            <p:cNvSpPr txBox="1"/>
            <p:nvPr/>
          </p:nvSpPr>
          <p:spPr>
            <a:xfrm>
              <a:off x="13680" y="3663"/>
              <a:ext cx="5741" cy="2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charset="0"/>
                <a:buChar char="v"/>
                <a:tabLst/>
                <a:defRPr/>
              </a:pP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According to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sym typeface="+mn-ea"/>
                </a:rPr>
                <a:t>RED FRAME, </a:t>
              </a: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we observed that top defects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sym typeface="+mn-ea"/>
                </a:rPr>
                <a:t>(Cleanness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/>
                  </a:solidFill>
                  <a:effectLst/>
                  <a:uLnTx/>
                  <a:uFillTx/>
                  <a:sym typeface="+mn-ea"/>
                </a:rPr>
                <a:t>, Midsole/Outsole to upper bond gap</a:t>
              </a:r>
              <a:r>
                <a:rPr lang="en-US" altLang="en-US" sz="1000" b="1" kern="0" dirty="0">
                  <a:solidFill>
                    <a:srgbClr val="F79646"/>
                  </a:solidFill>
                  <a:sym typeface="+mn-ea"/>
                </a:rPr>
                <a:t>)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F6228"/>
                  </a:solidFill>
                  <a:effectLst/>
                  <a:uLnTx/>
                  <a:uFillTx/>
                  <a:sym typeface="+mn-ea"/>
                </a:rPr>
                <a:t> </a:t>
              </a: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at FTT </a:t>
              </a: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still detected by QC-reinspection </a:t>
              </a: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with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 significantly high number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charset="0"/>
                <a:buChar char="v"/>
                <a:tabLst/>
                <a:defRPr/>
              </a:pPr>
              <a:endParaRPr kumimoji="0" lang="en-US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endParaRP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charset="0"/>
                <a:buChar char="v"/>
                <a:tabLst/>
                <a:defRPr/>
              </a:pP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At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 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sym typeface="+mn-ea"/>
                </a:rPr>
                <a:t>BLUE FRAME,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 </a:t>
              </a: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despite having undergone the Re-ins process, defects detected by MA during HFPA </a:t>
              </a: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4F6228"/>
                  </a:solidFill>
                  <a:effectLst/>
                  <a:uLnTx/>
                  <a:uFillTx/>
                  <a:sym typeface="+mn-ea"/>
                </a:rPr>
                <a:t>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F6228"/>
                  </a:solidFill>
                  <a:effectLst/>
                  <a:uLnTx/>
                  <a:uFillTx/>
                  <a:sym typeface="+mn-ea"/>
                </a:rPr>
                <a:t>(Over cement,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sym typeface="+mn-ea"/>
                </a:rPr>
                <a:t>Cleanness)</a:t>
              </a:r>
              <a:r>
                <a:rPr lang="en-US" altLang="en-US" sz="1000" b="1" kern="0" dirty="0">
                  <a:solidFill>
                    <a:schemeClr val="tx2">
                      <a:lumMod val="50000"/>
                    </a:schemeClr>
                  </a:solidFill>
                  <a:sym typeface="+mn-ea"/>
                </a:rPr>
                <a:t> </a:t>
              </a: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were still repeated at the MA re-inspection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 with only slight improvement in quantity.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29E9B8A3-A673-E6C4-650F-70DC18A42F2B}"/>
                </a:ext>
              </a:extLst>
            </p:cNvPr>
            <p:cNvSpPr/>
            <p:nvPr/>
          </p:nvSpPr>
          <p:spPr>
            <a:xfrm>
              <a:off x="13200" y="3696"/>
              <a:ext cx="461" cy="403"/>
            </a:xfrm>
            <a:custGeom>
              <a:avLst/>
              <a:gdLst/>
              <a:ahLst/>
              <a:cxnLst/>
              <a:rect l="l" t="t" r="r" b="b"/>
              <a:pathLst>
                <a:path w="1043341" h="1016784">
                  <a:moveTo>
                    <a:pt x="0" y="0"/>
                  </a:moveTo>
                  <a:lnTo>
                    <a:pt x="1043341" y="0"/>
                  </a:lnTo>
                  <a:lnTo>
                    <a:pt x="1043341" y="1016783"/>
                  </a:lnTo>
                  <a:lnTo>
                    <a:pt x="0" y="1016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Text Box 72">
            <a:extLst>
              <a:ext uri="{FF2B5EF4-FFF2-40B4-BE49-F238E27FC236}">
                <a16:creationId xmlns:a16="http://schemas.microsoft.com/office/drawing/2014/main" id="{88F21813-9460-7168-BE5B-FEB188351F5F}"/>
              </a:ext>
            </a:extLst>
          </p:cNvPr>
          <p:cNvSpPr txBox="1"/>
          <p:nvPr/>
        </p:nvSpPr>
        <p:spPr>
          <a:xfrm>
            <a:off x="8180313" y="5294735"/>
            <a:ext cx="3855720" cy="586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en-US" altLang="en-US" sz="1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It is </a:t>
            </a:r>
            <a:r>
              <a:rPr kumimoji="0" lang="en-US" altLang="en-US" sz="10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nescessary</a:t>
            </a:r>
            <a:r>
              <a:rPr kumimoji="0" lang="en-US" altLang="en-US" sz="1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for</a:t>
            </a:r>
            <a:r>
              <a:rPr kumimoji="0" lang="en-US" altLang="en-US" sz="10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Reviewing the inspection standards</a:t>
            </a:r>
            <a:r>
              <a:rPr kumimoji="0" lang="en-US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among QCs - MAs, </a:t>
            </a: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 as well as within each team themselves</a:t>
            </a:r>
            <a:endParaRPr kumimoji="0" lang="en-US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Rectangles 79">
            <a:extLst>
              <a:ext uri="{FF2B5EF4-FFF2-40B4-BE49-F238E27FC236}">
                <a16:creationId xmlns:a16="http://schemas.microsoft.com/office/drawing/2014/main" id="{CD3D6425-4234-9855-1104-11B393468DEB}"/>
              </a:ext>
            </a:extLst>
          </p:cNvPr>
          <p:cNvSpPr/>
          <p:nvPr/>
        </p:nvSpPr>
        <p:spPr>
          <a:xfrm rot="16200000">
            <a:off x="4960623" y="3510705"/>
            <a:ext cx="1051562" cy="4876798"/>
          </a:xfrm>
          <a:prstGeom prst="rect">
            <a:avLst/>
          </a:prstGeom>
          <a:noFill/>
          <a:ln w="25400" cap="flat" cmpd="sng" algn="ctr">
            <a:solidFill>
              <a:srgbClr val="8064A2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503CD09-18F5-945A-1C4B-75ACA14CB99F}"/>
              </a:ext>
            </a:extLst>
          </p:cNvPr>
          <p:cNvCxnSpPr>
            <a:cxnSpLocks/>
          </p:cNvCxnSpPr>
          <p:nvPr/>
        </p:nvCxnSpPr>
        <p:spPr>
          <a:xfrm flipV="1">
            <a:off x="7084060" y="6172200"/>
            <a:ext cx="333010" cy="59312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C0504D">
                    <a:lumMod val="20000"/>
                    <a:lumOff val="80000"/>
                  </a:srgbClr>
                </a:gs>
                <a:gs pos="88000">
                  <a:srgbClr val="8064A2"/>
                </a:gs>
              </a:gsLst>
            </a:gradFill>
            <a:headEnd type="oval" w="med" len="med"/>
            <a:tailEnd type="oval" w="sm" len="sm"/>
          </a:ln>
          <a:effectLst/>
        </p:spPr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CE2547C-EA2D-EC98-BECD-EEAC717AFF28}"/>
              </a:ext>
            </a:extLst>
          </p:cNvPr>
          <p:cNvCxnSpPr>
            <a:cxnSpLocks/>
          </p:cNvCxnSpPr>
          <p:nvPr/>
        </p:nvCxnSpPr>
        <p:spPr>
          <a:xfrm>
            <a:off x="4724400" y="5587788"/>
            <a:ext cx="304800" cy="253004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C0504D">
                    <a:lumMod val="20000"/>
                    <a:lumOff val="80000"/>
                  </a:srgbClr>
                </a:gs>
                <a:gs pos="88000">
                  <a:srgbClr val="8064A2"/>
                </a:gs>
              </a:gsLst>
            </a:gradFill>
            <a:headEnd type="oval" w="med" len="med"/>
            <a:tailEnd type="oval" w="sm" len="sm"/>
          </a:ln>
          <a:effectLst/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C8FB7B0-9EEC-6218-2828-B4827275EF6B}"/>
              </a:ext>
            </a:extLst>
          </p:cNvPr>
          <p:cNvCxnSpPr>
            <a:cxnSpLocks/>
          </p:cNvCxnSpPr>
          <p:nvPr/>
        </p:nvCxnSpPr>
        <p:spPr>
          <a:xfrm>
            <a:off x="3497237" y="5673432"/>
            <a:ext cx="333010" cy="249592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C0504D">
                    <a:lumMod val="20000"/>
                    <a:lumOff val="80000"/>
                  </a:srgbClr>
                </a:gs>
                <a:gs pos="88000">
                  <a:srgbClr val="8064A2"/>
                </a:gs>
              </a:gsLst>
            </a:gradFill>
            <a:headEnd type="oval" w="med" len="med"/>
            <a:tailEnd type="oval" w="sm" len="sm"/>
          </a:ln>
          <a:effectLst/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34923389-9276-A0F1-0673-3B7C4D4ED47F}"/>
              </a:ext>
            </a:extLst>
          </p:cNvPr>
          <p:cNvGrpSpPr/>
          <p:nvPr/>
        </p:nvGrpSpPr>
        <p:grpSpPr>
          <a:xfrm>
            <a:off x="6629400" y="2255569"/>
            <a:ext cx="1181186" cy="1054416"/>
            <a:chOff x="3004858" y="2343746"/>
            <a:chExt cx="1181186" cy="1054416"/>
          </a:xfrm>
        </p:grpSpPr>
        <p:sp>
          <p:nvSpPr>
            <p:cNvPr id="36" name="Rectangles 61">
              <a:extLst>
                <a:ext uri="{FF2B5EF4-FFF2-40B4-BE49-F238E27FC236}">
                  <a16:creationId xmlns:a16="http://schemas.microsoft.com/office/drawing/2014/main" id="{9A064DF5-E570-3609-47D9-D8E72634632C}"/>
                </a:ext>
              </a:extLst>
            </p:cNvPr>
            <p:cNvSpPr/>
            <p:nvPr/>
          </p:nvSpPr>
          <p:spPr>
            <a:xfrm rot="16200000">
              <a:off x="3068243" y="2280361"/>
              <a:ext cx="1054416" cy="1181186"/>
            </a:xfrm>
            <a:prstGeom prst="rect">
              <a:avLst/>
            </a:prstGeom>
            <a:noFill/>
            <a:ln w="25400" cap="flat" cmpd="sng" algn="ctr">
              <a:solidFill>
                <a:srgbClr val="1F497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70BD101-72B3-927D-A0CE-8448200B7FDC}"/>
                </a:ext>
              </a:extLst>
            </p:cNvPr>
            <p:cNvCxnSpPr>
              <a:cxnSpLocks/>
            </p:cNvCxnSpPr>
            <p:nvPr/>
          </p:nvCxnSpPr>
          <p:spPr>
            <a:xfrm>
              <a:off x="3461863" y="2584755"/>
              <a:ext cx="307340" cy="116972"/>
            </a:xfrm>
            <a:prstGeom prst="straightConnector1">
              <a:avLst/>
            </a:prstGeom>
            <a:noFill/>
            <a:ln w="19050" cap="flat" cmpd="sng">
              <a:gradFill>
                <a:gsLst>
                  <a:gs pos="0">
                    <a:srgbClr val="4F81BD">
                      <a:hueOff val="-4200000"/>
                      <a:lumMod val="97000"/>
                    </a:srgbClr>
                  </a:gs>
                  <a:gs pos="100000">
                    <a:srgbClr val="4F81BD"/>
                  </a:gs>
                </a:gsLst>
              </a:gradFill>
              <a:headEnd type="oval" w="med" len="med"/>
              <a:tailEnd type="oval" w="sm" len="sm"/>
            </a:ln>
            <a:effectLst/>
          </p:spPr>
        </p:cxnSp>
      </p:grpSp>
      <p:sp>
        <p:nvSpPr>
          <p:cNvPr id="75" name="Rectangles 31">
            <a:extLst>
              <a:ext uri="{FF2B5EF4-FFF2-40B4-BE49-F238E27FC236}">
                <a16:creationId xmlns:a16="http://schemas.microsoft.com/office/drawing/2014/main" id="{93F33D77-9C63-9CF9-C56B-A6F834C94F75}"/>
              </a:ext>
            </a:extLst>
          </p:cNvPr>
          <p:cNvSpPr/>
          <p:nvPr/>
        </p:nvSpPr>
        <p:spPr>
          <a:xfrm rot="5400000">
            <a:off x="5491983" y="832821"/>
            <a:ext cx="1023884" cy="112002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CD96E8-F486-4308-499E-EE8B6DE690A1}"/>
              </a:ext>
            </a:extLst>
          </p:cNvPr>
          <p:cNvCxnSpPr>
            <a:cxnSpLocks/>
          </p:cNvCxnSpPr>
          <p:nvPr/>
        </p:nvCxnSpPr>
        <p:spPr>
          <a:xfrm>
            <a:off x="5868271" y="1276772"/>
            <a:ext cx="327872" cy="18851"/>
          </a:xfrm>
          <a:prstGeom prst="straightConnector1">
            <a:avLst/>
          </a:prstGeom>
          <a:noFill/>
          <a:ln w="19050">
            <a:gradFill>
              <a:gsLst>
                <a:gs pos="0">
                  <a:srgbClr val="7030A0"/>
                </a:gs>
                <a:gs pos="100000">
                  <a:srgbClr val="FF0000"/>
                </a:gs>
              </a:gsLst>
            </a:gradFill>
            <a:headEnd type="oval" w="med" len="med"/>
            <a:tailEnd type="oval" w="sm" len="sm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FA9C964-6719-AAB4-2D59-A3AE605299CF}"/>
              </a:ext>
            </a:extLst>
          </p:cNvPr>
          <p:cNvCxnSpPr>
            <a:cxnSpLocks/>
          </p:cNvCxnSpPr>
          <p:nvPr/>
        </p:nvCxnSpPr>
        <p:spPr>
          <a:xfrm flipV="1">
            <a:off x="4702279" y="6172200"/>
            <a:ext cx="333010" cy="59312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C0504D">
                    <a:lumMod val="20000"/>
                    <a:lumOff val="80000"/>
                  </a:srgbClr>
                </a:gs>
                <a:gs pos="88000">
                  <a:srgbClr val="8064A2"/>
                </a:gs>
              </a:gsLst>
            </a:gradFill>
            <a:headEnd type="oval" w="med" len="med"/>
            <a:tailEnd type="oval" w="sm" len="sm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6A41542-5AEB-3636-1787-9213959B244E}"/>
              </a:ext>
            </a:extLst>
          </p:cNvPr>
          <p:cNvCxnSpPr>
            <a:cxnSpLocks/>
          </p:cNvCxnSpPr>
          <p:nvPr/>
        </p:nvCxnSpPr>
        <p:spPr>
          <a:xfrm>
            <a:off x="5903321" y="5673432"/>
            <a:ext cx="304800" cy="41568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C0504D">
                    <a:lumMod val="20000"/>
                    <a:lumOff val="80000"/>
                  </a:srgbClr>
                </a:gs>
                <a:gs pos="88000">
                  <a:srgbClr val="8064A2"/>
                </a:gs>
              </a:gsLst>
            </a:gradFill>
            <a:headEnd type="oval" w="med" len="med"/>
            <a:tailEnd type="oval" w="sm" len="sm"/>
          </a:ln>
          <a:effectLst/>
        </p:spPr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7274E3F-5FB9-93A8-9130-ED52725E9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852930"/>
              </p:ext>
            </p:extLst>
          </p:nvPr>
        </p:nvGraphicFramePr>
        <p:xfrm>
          <a:off x="8360825" y="846055"/>
          <a:ext cx="1907540" cy="1304346"/>
        </p:xfrm>
        <a:graphic>
          <a:graphicData uri="http://schemas.openxmlformats.org/drawingml/2006/table">
            <a:tbl>
              <a:tblPr/>
              <a:tblGrid>
                <a:gridCol w="231140">
                  <a:extLst>
                    <a:ext uri="{9D8B030D-6E8A-4147-A177-3AD203B41FA5}">
                      <a16:colId xmlns:a16="http://schemas.microsoft.com/office/drawing/2014/main" val="265012285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766246057"/>
                    </a:ext>
                  </a:extLst>
                </a:gridCol>
              </a:tblGrid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 (Headings)"/>
                          <a:ea typeface="+mn-ea"/>
                          <a:cs typeface="+mn-cs"/>
                        </a:rPr>
                        <a:t>Cleanness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 (Headings)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783301"/>
                  </a:ext>
                </a:extLst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 (Headings)"/>
                          <a:cs typeface="Times New Roman" panose="02020603050405020304" pitchFamily="18" charset="0"/>
                        </a:rPr>
                        <a:t>Midsole/Outsole to upper bond gap</a:t>
                      </a: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315829"/>
                  </a:ext>
                </a:extLst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7F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 (Headings)"/>
                          <a:ea typeface="+mn-ea"/>
                          <a:cs typeface="+mn-cs"/>
                        </a:rPr>
                        <a:t>Thread end</a:t>
                      </a: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96649"/>
                  </a:ext>
                </a:extLst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622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 (Headings)"/>
                          <a:ea typeface="+mn-ea"/>
                          <a:cs typeface="+mn-cs"/>
                        </a:rPr>
                        <a:t>Over 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 (Headings)"/>
                          <a:ea typeface="+mn-ea"/>
                          <a:cs typeface="Times New Roman" panose="02020603050405020304" pitchFamily="18" charset="0"/>
                        </a:rPr>
                        <a:t>cement</a:t>
                      </a:r>
                      <a:endParaRPr lang="vi-V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 (Headings)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16464"/>
                  </a:ext>
                </a:extLst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 (Headings)"/>
                        </a:rPr>
                        <a:t>Over buffing</a:t>
                      </a: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216216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E26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 (Headings)"/>
                        </a:rPr>
                        <a:t>Heel off center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41499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C4B9A72-01E5-FA5F-57F4-CB8C81CBD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320542"/>
              </p:ext>
            </p:extLst>
          </p:nvPr>
        </p:nvGraphicFramePr>
        <p:xfrm>
          <a:off x="10455520" y="825803"/>
          <a:ext cx="1594214" cy="1566877"/>
        </p:xfrm>
        <a:graphic>
          <a:graphicData uri="http://schemas.openxmlformats.org/drawingml/2006/table">
            <a:tbl>
              <a:tblPr/>
              <a:tblGrid>
                <a:gridCol w="231140">
                  <a:extLst>
                    <a:ext uri="{9D8B030D-6E8A-4147-A177-3AD203B41FA5}">
                      <a16:colId xmlns:a16="http://schemas.microsoft.com/office/drawing/2014/main" val="2650122853"/>
                    </a:ext>
                  </a:extLst>
                </a:gridCol>
                <a:gridCol w="1363074">
                  <a:extLst>
                    <a:ext uri="{9D8B030D-6E8A-4147-A177-3AD203B41FA5}">
                      <a16:colId xmlns:a16="http://schemas.microsoft.com/office/drawing/2014/main" val="3766246057"/>
                    </a:ext>
                  </a:extLst>
                </a:gridCol>
              </a:tblGrid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Sole attachment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783301"/>
                  </a:ext>
                </a:extLst>
              </a:tr>
              <a:tr h="2625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Bottom Cosmetic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315829"/>
                  </a:ext>
                </a:extLst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6A4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Heel/Tip height inconsistent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96649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Sockliner position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810246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315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Toe off center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693274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431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Paint peeled off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205637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7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Rocking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663827"/>
                  </a:ext>
                </a:extLst>
              </a:tr>
            </a:tbl>
          </a:graphicData>
        </a:graphic>
      </p:graphicFrame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29C9103-C46D-2FE9-DD9E-E0EDD55FA4D3}"/>
              </a:ext>
            </a:extLst>
          </p:cNvPr>
          <p:cNvCxnSpPr>
            <a:cxnSpLocks/>
          </p:cNvCxnSpPr>
          <p:nvPr/>
        </p:nvCxnSpPr>
        <p:spPr>
          <a:xfrm flipV="1">
            <a:off x="7084060" y="3009265"/>
            <a:ext cx="307340" cy="195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4F81BD">
                    <a:hueOff val="-4200000"/>
                    <a:lumMod val="97000"/>
                  </a:srgbClr>
                </a:gs>
                <a:gs pos="100000">
                  <a:srgbClr val="4F81BD"/>
                </a:gs>
              </a:gsLst>
            </a:gradFill>
            <a:headEnd type="oval" w="med" len="med"/>
            <a:tailEnd type="oval" w="sm" len="sm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C7FDB5F-364F-DA94-C8A3-C1BCBFC06B86}"/>
              </a:ext>
            </a:extLst>
          </p:cNvPr>
          <p:cNvCxnSpPr>
            <a:cxnSpLocks/>
          </p:cNvCxnSpPr>
          <p:nvPr/>
        </p:nvCxnSpPr>
        <p:spPr>
          <a:xfrm>
            <a:off x="5880249" y="1526115"/>
            <a:ext cx="327872" cy="18851"/>
          </a:xfrm>
          <a:prstGeom prst="straightConnector1">
            <a:avLst/>
          </a:prstGeom>
          <a:noFill/>
          <a:ln w="19050">
            <a:gradFill>
              <a:gsLst>
                <a:gs pos="0">
                  <a:srgbClr val="7030A0"/>
                </a:gs>
                <a:gs pos="100000">
                  <a:srgbClr val="FF0000"/>
                </a:gs>
              </a:gsLst>
            </a:gradFill>
            <a:headEnd type="oval" w="med" len="med"/>
            <a:tailEnd type="oval" w="sm" len="sm"/>
          </a:ln>
          <a:effectLst/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192857" y="2514600"/>
            <a:ext cx="2224617" cy="268817"/>
            <a:chOff x="0" y="0"/>
            <a:chExt cx="2058649" cy="162211"/>
          </a:xfrm>
          <a:solidFill>
            <a:schemeClr val="accent5">
              <a:lumMod val="5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058649" cy="162211"/>
            </a:xfrm>
            <a:custGeom>
              <a:avLst/>
              <a:gdLst/>
              <a:ahLst/>
              <a:cxnLst/>
              <a:rect l="l" t="t" r="r" b="b"/>
              <a:pathLst>
                <a:path w="2058649" h="162211">
                  <a:moveTo>
                    <a:pt x="0" y="0"/>
                  </a:moveTo>
                  <a:lnTo>
                    <a:pt x="2058649" y="0"/>
                  </a:lnTo>
                  <a:lnTo>
                    <a:pt x="2058649" y="162211"/>
                  </a:lnTo>
                  <a:lnTo>
                    <a:pt x="0" y="1622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035" y="0"/>
              <a:ext cx="1865439" cy="162211"/>
            </a:xfrm>
            <a:prstGeom prst="rect">
              <a:avLst/>
            </a:prstGeom>
            <a:grpFill/>
            <a:ln>
              <a:noFill/>
            </a:ln>
          </p:spPr>
          <p:txBody>
            <a:bodyPr lIns="33864" tIns="33864" rIns="33864" bIns="33864" rtlCol="0" anchor="ctr"/>
            <a:lstStyle/>
            <a:p>
              <a:pPr algn="ctr">
                <a:lnSpc>
                  <a:spcPts val="2940"/>
                </a:lnSpc>
              </a:pPr>
              <a:endParaRPr lang="en-US" sz="1400" u="none" dirty="0">
                <a:solidFill>
                  <a:schemeClr val="bg1"/>
                </a:solidFill>
                <a:latin typeface="Noto Sans Bold" panose="020B0802040504020204"/>
              </a:endParaRP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10109200" y="4685453"/>
            <a:ext cx="2017183" cy="316230"/>
          </a:xfrm>
          <a:prstGeom prst="roundRect">
            <a:avLst>
              <a:gd name="adj" fmla="val 50000"/>
            </a:avLst>
          </a:prstGeom>
          <a:solidFill>
            <a:srgbClr val="3D52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6" name="Group 6"/>
          <p:cNvGrpSpPr/>
          <p:nvPr/>
        </p:nvGrpSpPr>
        <p:grpSpPr>
          <a:xfrm>
            <a:off x="-1" y="2416689"/>
            <a:ext cx="1489037" cy="397366"/>
            <a:chOff x="0" y="0"/>
            <a:chExt cx="1536012" cy="156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6012" cy="156984"/>
            </a:xfrm>
            <a:custGeom>
              <a:avLst/>
              <a:gdLst/>
              <a:ahLst/>
              <a:cxnLst/>
              <a:rect l="l" t="t" r="r" b="b"/>
              <a:pathLst>
                <a:path w="1536012" h="156984">
                  <a:moveTo>
                    <a:pt x="0" y="0"/>
                  </a:moveTo>
                  <a:lnTo>
                    <a:pt x="1536012" y="0"/>
                  </a:lnTo>
                  <a:lnTo>
                    <a:pt x="1536012" y="156984"/>
                  </a:lnTo>
                  <a:lnTo>
                    <a:pt x="0" y="156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4" tIns="33864" rIns="33864" bIns="33864" rtlCol="0" anchor="ctr"/>
            <a:lstStyle/>
            <a:p>
              <a:pPr>
                <a:lnSpc>
                  <a:spcPts val="2940"/>
                </a:lnSpc>
              </a:pPr>
              <a:endParaRPr sz="120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7061200" y="4089400"/>
            <a:ext cx="5126990" cy="384810"/>
          </a:xfrm>
          <a:custGeom>
            <a:avLst/>
            <a:gdLst/>
            <a:ahLst/>
            <a:cxnLst/>
            <a:rect l="l" t="t" r="r" b="b"/>
            <a:pathLst>
              <a:path w="2135072" h="135474">
                <a:moveTo>
                  <a:pt x="0" y="0"/>
                </a:moveTo>
                <a:lnTo>
                  <a:pt x="2135072" y="0"/>
                </a:lnTo>
                <a:lnTo>
                  <a:pt x="2135072" y="135474"/>
                </a:lnTo>
                <a:lnTo>
                  <a:pt x="0" y="1354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endParaRPr lang="vi-VN"/>
          </a:p>
        </p:txBody>
      </p:sp>
      <p:sp>
        <p:nvSpPr>
          <p:cNvPr id="15" name="TextBox 15"/>
          <p:cNvSpPr txBox="1"/>
          <p:nvPr/>
        </p:nvSpPr>
        <p:spPr>
          <a:xfrm>
            <a:off x="7010188" y="2271818"/>
            <a:ext cx="4398857" cy="2376170"/>
          </a:xfrm>
          <a:prstGeom prst="rect">
            <a:avLst/>
          </a:prstGeom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265"/>
              </a:lnSpc>
              <a:spcBef>
                <a:spcPct val="0"/>
              </a:spcBef>
            </a:pPr>
            <a:r>
              <a:rPr lang="en-US" sz="5865" u="none" dirty="0">
                <a:solidFill>
                  <a:srgbClr val="12222B"/>
                </a:solidFill>
                <a:latin typeface="Open Sans Bold"/>
              </a:rPr>
              <a:t>THANK YOU!</a:t>
            </a:r>
          </a:p>
        </p:txBody>
      </p:sp>
      <p:pic>
        <p:nvPicPr>
          <p:cNvPr id="16" name="Picture 15"/>
          <p:cNvPicPr/>
          <p:nvPr/>
        </p:nvPicPr>
        <p:blipFill>
          <a:blip r:embed="rId2"/>
          <a:stretch>
            <a:fillRect/>
          </a:stretch>
        </p:blipFill>
        <p:spPr>
          <a:xfrm>
            <a:off x="10414000" y="533400"/>
            <a:ext cx="1488440" cy="672677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-468630" y="2487930"/>
            <a:ext cx="6653530" cy="4143163"/>
            <a:chOff x="-1947" y="6237"/>
            <a:chExt cx="15717" cy="9787"/>
          </a:xfrm>
          <a:blipFill rotWithShape="1">
            <a:blip r:embed="rId3"/>
            <a:stretch>
              <a:fillRect/>
            </a:stretch>
          </a:blipFill>
        </p:grpSpPr>
        <p:sp>
          <p:nvSpPr>
            <p:cNvPr id="20" name="Rounded Rectangle 19"/>
            <p:cNvSpPr/>
            <p:nvPr/>
          </p:nvSpPr>
          <p:spPr>
            <a:xfrm rot="2820000">
              <a:off x="2285" y="2637"/>
              <a:ext cx="1800" cy="9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 rot="2820000">
              <a:off x="3767" y="2058"/>
              <a:ext cx="1800" cy="12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 rot="2820000">
              <a:off x="6904" y="5386"/>
              <a:ext cx="1800" cy="1064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 rot="2820000">
              <a:off x="7822" y="3328"/>
              <a:ext cx="1800" cy="773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 rot="2820000">
              <a:off x="1706" y="8391"/>
              <a:ext cx="1800" cy="910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 rot="2820000">
              <a:off x="6935" y="7471"/>
              <a:ext cx="1800" cy="118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n>
                  <a:noFill/>
                </a:ln>
                <a:noFill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2239" y="14100"/>
              <a:ext cx="1841" cy="19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</p:grpSp>
      <p:sp>
        <p:nvSpPr>
          <p:cNvPr id="33" name="Freeform 17"/>
          <p:cNvSpPr/>
          <p:nvPr/>
        </p:nvSpPr>
        <p:spPr>
          <a:xfrm>
            <a:off x="812800" y="480060"/>
            <a:ext cx="2681393" cy="492337"/>
          </a:xfrm>
          <a:custGeom>
            <a:avLst/>
            <a:gdLst/>
            <a:ahLst/>
            <a:cxnLst/>
            <a:rect l="l" t="t" r="r" b="b"/>
            <a:pathLst>
              <a:path w="4260505" h="784830">
                <a:moveTo>
                  <a:pt x="0" y="0"/>
                </a:moveTo>
                <a:lnTo>
                  <a:pt x="4260505" y="0"/>
                </a:lnTo>
                <a:lnTo>
                  <a:pt x="4260505" y="784830"/>
                </a:lnTo>
                <a:lnTo>
                  <a:pt x="0" y="784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/>
        </p:spPr>
        <p:txBody>
          <a:bodyPr/>
          <a:lstStyle/>
          <a:p>
            <a:endParaRPr lang="en-US" sz="1200" b="1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Freeform 6"/>
          <p:cNvSpPr/>
          <p:nvPr/>
        </p:nvSpPr>
        <p:spPr>
          <a:xfrm>
            <a:off x="10233492" y="4740337"/>
            <a:ext cx="203690" cy="201468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2" name="TextBox 7"/>
          <p:cNvSpPr txBox="1"/>
          <p:nvPr/>
        </p:nvSpPr>
        <p:spPr>
          <a:xfrm>
            <a:off x="10515600" y="4648200"/>
            <a:ext cx="1525270" cy="243417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415"/>
              </a:lnSpc>
            </a:pPr>
            <a:r>
              <a:rPr lang="en-US" sz="1600">
                <a:solidFill>
                  <a:srgbClr val="FFFFFF"/>
                </a:solidFill>
                <a:latin typeface="Angsana New" panose="02020603050405020304" charset="0"/>
                <a:ea typeface="Aileron" panose="00000500000000000000"/>
                <a:cs typeface="Angsana New" panose="02020603050405020304" charset="0"/>
                <a:sym typeface="Aileron" panose="00000500000000000000"/>
              </a:rPr>
              <a:t>nedd.phan@chingluh.com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9*61"/>
  <p:tag name="TABLE_ENDDRAG_RECT" val="340*154*159*6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21*104"/>
  <p:tag name="TABLE_ENDDRAG_RECT" val="369*338*221*10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21*87"/>
  <p:tag name="TABLE_ENDDRAG_RECT" val="413*531*221*8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21*86"/>
  <p:tag name="TABLE_ENDDRAG_RECT" val="413*681*221*8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5,&quot;left&quot;:330,&quot;top&quot;:99.65,&quot;width&quot;:900.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5,&quot;left&quot;:330,&quot;top&quot;:99.65,&quot;width&quot;:900.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5,&quot;left&quot;:330,&quot;top&quot;:99.65,&quot;width&quot;:900.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5,&quot;left&quot;:330,&quot;top&quot;:99.65,&quot;width&quot;:900.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5,&quot;left&quot;:330,&quot;top&quot;:99.65,&quot;width&quot;:90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3831</TotalTime>
  <Words>720</Words>
  <Application>Microsoft Office PowerPoint</Application>
  <PresentationFormat>Widescreen</PresentationFormat>
  <Paragraphs>164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Calibri</vt:lpstr>
      <vt:lpstr>Open Sans Bold</vt:lpstr>
      <vt:lpstr>Noto Sans Bold</vt:lpstr>
      <vt:lpstr>Montserrat Bold</vt:lpstr>
      <vt:lpstr>Angsana New</vt:lpstr>
      <vt:lpstr>Arial</vt:lpstr>
      <vt:lpstr>Neo Sans Std</vt:lpstr>
      <vt:lpstr>Times New Roman (Headings)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Professional Modern Technology Pitch Deck Presentation</dc:title>
  <dc:creator/>
  <cp:lastModifiedBy>Minh Thuong Phan</cp:lastModifiedBy>
  <cp:revision>27</cp:revision>
  <dcterms:created xsi:type="dcterms:W3CDTF">2006-08-16T00:00:00Z</dcterms:created>
  <dcterms:modified xsi:type="dcterms:W3CDTF">2026-07-06T03:53:33Z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8A87BC92547D41E6A93368D00AFB2B16_13</vt:lpwstr>
  </property>
  <property fmtid="{D5CDD505-2E9C-101B-9397-08002B2CF9AE}" pid="3" name="KSOProductBuildVer">
    <vt:lpwstr>1033-12.2.0.21179</vt:lpwstr>
  </property>
</Properties>
</file>